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a51d474ec34355" /><Relationship Type="http://schemas.openxmlformats.org/officeDocument/2006/relationships/extended-properties" Target="/docProps/app.xml" Id="R1c1226b5279c499e" /><Relationship Type="http://schemas.openxmlformats.org/officeDocument/2006/relationships/officeDocument" Target="/ppt/presentation.xml" Id="R2dd6620bfe1f48e7" /></Relationships>
</file>

<file path=ppt/presentation.xml><?xml version="1.0" encoding="utf-8"?>
<p:presentation xmlns:p="http://schemas.openxmlformats.org/presentationml/2006/main">
  <p:sldMasterIdLst>
    <p:sldMasterId xmlns:r="http://schemas.openxmlformats.org/officeDocument/2006/relationships" id="2147483648" r:id="R799c6d74f5ea4437"/>
  </p:sldMasterIdLst>
  <p:notesMasterIdLst>
    <p:notesMasterId xmlns:r="http://schemas.openxmlformats.org/officeDocument/2006/relationships" r:id="R149e4617f6354515"/>
  </p:notesMasterIdLst>
  <p:sldIdLst>
    <p:sldId xmlns:r="http://schemas.openxmlformats.org/officeDocument/2006/relationships" id="256" r:id="R4825a124a0e1469a"/>
    <p:sldId xmlns:r="http://schemas.openxmlformats.org/officeDocument/2006/relationships" id="257" r:id="R3abe29b76c2542b3"/>
    <p:sldId xmlns:r="http://schemas.openxmlformats.org/officeDocument/2006/relationships" id="258" r:id="R4ef8f6a903cb4fa8"/>
    <p:sldId xmlns:r="http://schemas.openxmlformats.org/officeDocument/2006/relationships" id="259" r:id="R32523c92e83f4d99"/>
    <p:sldId xmlns:r="http://schemas.openxmlformats.org/officeDocument/2006/relationships" id="260" r:id="R033f40e9069d4b1f"/>
    <p:sldId xmlns:r="http://schemas.openxmlformats.org/officeDocument/2006/relationships" id="261" r:id="R1ab7f69b2c2b4e34"/>
    <p:sldId xmlns:r="http://schemas.openxmlformats.org/officeDocument/2006/relationships" id="262" r:id="R50c79f8e7aca430f"/>
    <p:sldId xmlns:r="http://schemas.openxmlformats.org/officeDocument/2006/relationships" id="263" r:id="R770aea4dc0eb4a1e"/>
    <p:sldId xmlns:r="http://schemas.openxmlformats.org/officeDocument/2006/relationships" id="264" r:id="R5f9c6c48207a4f3b"/>
    <p:sldId xmlns:r="http://schemas.openxmlformats.org/officeDocument/2006/relationships" id="265" r:id="R9386b6dedd29451b"/>
    <p:sldId xmlns:r="http://schemas.openxmlformats.org/officeDocument/2006/relationships" id="266" r:id="Rc944598cd4d34b3c"/>
    <p:sldId xmlns:r="http://schemas.openxmlformats.org/officeDocument/2006/relationships" id="267" r:id="R6749eef82db4455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55c9a28a2d46ed" /><Relationship Type="http://schemas.openxmlformats.org/officeDocument/2006/relationships/slideMaster" Target="/ppt/slideMasters/slideMaster1.xml" Id="R799c6d74f5ea4437" /><Relationship Type="http://schemas.openxmlformats.org/officeDocument/2006/relationships/notesMaster" Target="/ppt/notesMasters/notesMaster1.xml" Id="R149e4617f6354515" /><Relationship Type="http://schemas.openxmlformats.org/officeDocument/2006/relationships/presProps" Target="/ppt/presProps.xml" Id="R7371b008a0ad4750" /><Relationship Type="http://schemas.openxmlformats.org/officeDocument/2006/relationships/tableStyles" Target="/ppt/tableStyles.xml" Id="R199456796d004d77" /><Relationship Type="http://schemas.openxmlformats.org/officeDocument/2006/relationships/slide" Target="/ppt/slides/slide1.xml" Id="R4825a124a0e1469a" /><Relationship Type="http://schemas.openxmlformats.org/officeDocument/2006/relationships/slide" Target="/ppt/slides/slide2.xml" Id="R3abe29b76c2542b3" /><Relationship Type="http://schemas.openxmlformats.org/officeDocument/2006/relationships/slide" Target="/ppt/slides/slide3.xml" Id="R4ef8f6a903cb4fa8" /><Relationship Type="http://schemas.openxmlformats.org/officeDocument/2006/relationships/slide" Target="/ppt/slides/slide4.xml" Id="R32523c92e83f4d99" /><Relationship Type="http://schemas.openxmlformats.org/officeDocument/2006/relationships/slide" Target="/ppt/slides/slide5.xml" Id="R033f40e9069d4b1f" /><Relationship Type="http://schemas.openxmlformats.org/officeDocument/2006/relationships/slide" Target="/ppt/slides/slide6.xml" Id="R1ab7f69b2c2b4e34" /><Relationship Type="http://schemas.openxmlformats.org/officeDocument/2006/relationships/slide" Target="/ppt/slides/slide7.xml" Id="R50c79f8e7aca430f" /><Relationship Type="http://schemas.openxmlformats.org/officeDocument/2006/relationships/slide" Target="/ppt/slides/slide8.xml" Id="R770aea4dc0eb4a1e" /><Relationship Type="http://schemas.openxmlformats.org/officeDocument/2006/relationships/slide" Target="/ppt/slides/slide9.xml" Id="R5f9c6c48207a4f3b" /><Relationship Type="http://schemas.openxmlformats.org/officeDocument/2006/relationships/slide" Target="/ppt/slides/slide10.xml" Id="R9386b6dedd29451b" /><Relationship Type="http://schemas.openxmlformats.org/officeDocument/2006/relationships/slide" Target="/ppt/slides/slide11.xml" Id="Rc944598cd4d34b3c" /><Relationship Type="http://schemas.openxmlformats.org/officeDocument/2006/relationships/slide" Target="/ppt/slides/slide12.xml" Id="R6749eef82db445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634f7a8aff4d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534367ef74445d" /><Relationship Type="http://schemas.openxmlformats.org/officeDocument/2006/relationships/notesMaster" Target="/ppt/notesMasters/notesMaster1.xml" Id="R04acada16e104b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9c058dc26e4483" /><Relationship Type="http://schemas.openxmlformats.org/officeDocument/2006/relationships/notesMaster" Target="/ppt/notesMasters/notesMaster1.xml" Id="Rbf2c737c5eb845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9ccfd5b2fe4208" /><Relationship Type="http://schemas.openxmlformats.org/officeDocument/2006/relationships/notesMaster" Target="/ppt/notesMasters/notesMaster1.xml" Id="R56117bff980947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b931f620134a18" /><Relationship Type="http://schemas.openxmlformats.org/officeDocument/2006/relationships/notesMaster" Target="/ppt/notesMasters/notesMaster1.xml" Id="Rd00b838d3bf744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680ea315c74472" /><Relationship Type="http://schemas.openxmlformats.org/officeDocument/2006/relationships/notesMaster" Target="/ppt/notesMasters/notesMaster1.xml" Id="R1b0f7f5c6ed145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562201a4ec4681" /><Relationship Type="http://schemas.openxmlformats.org/officeDocument/2006/relationships/notesMaster" Target="/ppt/notesMasters/notesMaster1.xml" Id="R1fc36da5d55f4b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37fdab7d9743c8" /><Relationship Type="http://schemas.openxmlformats.org/officeDocument/2006/relationships/notesMaster" Target="/ppt/notesMasters/notesMaster1.xml" Id="R07b497d8421c42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e683b5f5034008" /><Relationship Type="http://schemas.openxmlformats.org/officeDocument/2006/relationships/notesMaster" Target="/ppt/notesMasters/notesMaster1.xml" Id="R3068c0a0e01b41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21c02c3356481e" /><Relationship Type="http://schemas.openxmlformats.org/officeDocument/2006/relationships/notesMaster" Target="/ppt/notesMasters/notesMaster1.xml" Id="R51a913ec2c1a4e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b57ef342084e66" /><Relationship Type="http://schemas.openxmlformats.org/officeDocument/2006/relationships/notesMaster" Target="/ppt/notesMasters/notesMaster1.xml" Id="Rf1831b03eab14d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67db5a06f24f1b" /><Relationship Type="http://schemas.openxmlformats.org/officeDocument/2006/relationships/notesMaster" Target="/ppt/notesMasters/notesMaster1.xml" Id="R4ad6e85842e14c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c1bf29414b4283" /><Relationship Type="http://schemas.openxmlformats.org/officeDocument/2006/relationships/notesMaster" Target="/ppt/notesMasters/notesMaster1.xml" Id="R63c44303c7d240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10秒程度。アプリ名と一言コンセプトだけ伝える。</a:t>
            </a:r>
          </a:p>
          <a:p xmlns:a="http://schemas.openxmlformats.org/drawingml/2006/main">
            <a:r>
              <a:t>今日は、地図をマス目に区切って、エリアごとに印象や点数を記録できるWebアプリ「Grid Journey」を発表します。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50秒程度。ここは発表の軸。</a:t>
            </a:r>
          </a:p>
          <a:p xmlns:a="http://schemas.openxmlformats.org/drawingml/2006/main">
            <a:r>
              <a:t>Googleマップのような既存サービスは便利ですが、多くは店や施設など「点」の評価です。</a:t>
            </a:r>
          </a:p>
          <a:p xmlns:a="http://schemas.openxmlformats.org/drawingml/2006/main">
            <a:r>
              <a:t>一方で、街歩きや引っ越し検討では「このあたり全体が歩きやすい」「緑が多い」といった面の印象も大事です。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50秒程度。非プログラミングの人向けに、グリッドを「マス目」と説明する。</a:t>
            </a:r>
          </a:p>
          <a:p xmlns:a="http://schemas.openxmlformats.org/drawingml/2006/main">
            <a:r>
              <a:t>このアプリでは、地図上の範囲を小さなマスに分けます。各マスに点数やコメントを付けることで、街の印象を面として記録できます。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40秒程度。ユーザー像を具体的にする。</a:t>
            </a:r>
          </a:p>
          <a:p xmlns:a="http://schemas.openxmlformats.org/drawingml/2006/main">
            <a:r>
              <a:t>ターゲットは、散歩や旅行で自分の印象を残したい人、引っ越し前に周辺環境を見たい人、友人と行き先を相談したい人です。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70〜100秒程度。今回の発表で一番厚めに話す。</a:t>
            </a:r>
          </a:p>
          <a:p xmlns:a="http://schemas.openxmlformats.org/drawingml/2006/main">
            <a:r>
              <a:t>まず作成画面で範囲とマスの大きさを決めます。地図プレビューを見ながら調整できます。</a:t>
            </a:r>
          </a:p>
          <a:p xmlns:a="http://schemas.openxmlformats.org/drawingml/2006/main">
            <a:r>
              <a:t>詳細画面ではマスをクリックして選択し、点数とコメントを保存します。複数選択や範囲選択もできるので、まとめて採点できます。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60〜90秒程度。AIと言わず、ルールベースの自動計算と説明する。</a:t>
            </a:r>
          </a:p>
          <a:p xmlns:a="http://schemas.openxmlformats.org/drawingml/2006/main">
            <a:r>
              <a:t>自動設定では、OSMから地物情報を取得して、各マスの初期点数を計算します。これはAIではなく、取得した地理情報をもとにしたルールベースの計算です。</a:t>
            </a:r>
          </a:p>
          <a:p xmlns:a="http://schemas.openxmlformats.org/drawingml/2006/main">
            <a:r>
              <a:t>共有機能では、作成者がユーザー名で相手を追加できます。共有された人は閲覧と採点ができます。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デモ用。時間が足りない場合は作成済みメモグリッドを開いて採点だけ見せる。</a:t>
            </a:r>
          </a:p>
          <a:p xmlns:a="http://schemas.openxmlformats.org/drawingml/2006/main">
            <a:r>
              <a:t>本番で通信が重い場合に備えて、自動設定済みのメモグリッドを事前に用意しておくと安全です。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60秒程度。講師向けにも評価されやすいスライド。</a:t>
            </a:r>
          </a:p>
          <a:p xmlns:a="http://schemas.openxmlformats.org/drawingml/2006/main">
            <a:r>
              <a:t>単に機能を作るだけでなく、ユーザーが迷わないこと、処理が重くなりすぎないこと、点数が不自然に偏らないことを意識しました。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10〜30秒程度。講師向けに要点だけ。</a:t>
            </a:r>
          </a:p>
          <a:p xmlns:a="http://schemas.openxmlformats.org/drawingml/2006/main">
            <a:r>
              <a:t>Webアプリの土台はDjango、地図表示はLeaflet、地図データはOpenStreetMapとOverpass APIです。本番公開はRender、DBはNeon PostgreSQLを使っています。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30〜60秒程度。データの詳細は別添資料に回す。</a:t>
            </a:r>
          </a:p>
          <a:p xmlns:a="http://schemas.openxmlformats.org/drawingml/2006/main">
            <a:r>
              <a:t>本編では、既存サービスがスポット評価に強い一方で、このアプリはエリア評価を扱う点が違う、と簡潔に伝えます。詳細な根拠や比較表は別添資料に入れる方針です。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40秒程度。成果だけでなく学習成果を伝える。</a:t>
            </a:r>
          </a:p>
          <a:p xmlns:a="http://schemas.openxmlformats.org/drawingml/2006/main">
            <a:r>
              <a:t>外部データ連携、画面設計、権限制御など、Webアプリとして必要な要素を一通り経験できました。今後はスマホで歩きながら使えるUIや、分析項目の追加に取り組みたいです。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予備スライド。発表では表示だけでもよい。</a:t>
            </a:r>
          </a:p>
          <a:p xmlns:a="http://schemas.openxmlformats.org/drawingml/2006/main">
            <a:r>
              <a:t>配布資料や別添資料には、操作説明と技術詳細を分けて載せると、発表時間を圧迫せずに評価項目を補えます。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9bf9fdbc2a49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7f64024efb4bcd" /><Relationship Type="http://schemas.openxmlformats.org/officeDocument/2006/relationships/slideLayout" Target="/ppt/slideLayouts/slideLayout1.xml" Id="R3c8f20a51df546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8f20a51df546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2d9e0dbffd47bc" /><Relationship Type="http://schemas.openxmlformats.org/officeDocument/2006/relationships/notesSlide" Target="/ppt/notesSlides/notesSlide1.xml" Id="R1af88ed216ed41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8d363541c045ac" /><Relationship Type="http://schemas.openxmlformats.org/officeDocument/2006/relationships/notesSlide" Target="/ppt/notesSlides/notesSlide2.xml" Id="R2cd4e7a560694d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e6d5f024004da4" /><Relationship Type="http://schemas.openxmlformats.org/officeDocument/2006/relationships/notesSlide" Target="/ppt/notesSlides/notesSlide3.xml" Id="R748f2f84ae6747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e13c7bdfe948b3" /><Relationship Type="http://schemas.openxmlformats.org/officeDocument/2006/relationships/notesSlide" Target="/ppt/notesSlides/notesSlide4.xml" Id="Re73585fc0c0747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a7c95783a142eb" /><Relationship Type="http://schemas.openxmlformats.org/officeDocument/2006/relationships/notesSlide" Target="/ppt/notesSlides/notesSlide5.xml" Id="R5ba5642f58854f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bebc2d0f51409a" /><Relationship Type="http://schemas.openxmlformats.org/officeDocument/2006/relationships/notesSlide" Target="/ppt/notesSlides/notesSlide6.xml" Id="Rc6f46703076944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435282de954b0f" /><Relationship Type="http://schemas.openxmlformats.org/officeDocument/2006/relationships/notesSlide" Target="/ppt/notesSlides/notesSlide7.xml" Id="Redf79a3ee7c841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63cdd45f184912" /><Relationship Type="http://schemas.openxmlformats.org/officeDocument/2006/relationships/notesSlide" Target="/ppt/notesSlides/notesSlide8.xml" Id="R5b5d478297d344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5dd68826de42b4" /><Relationship Type="http://schemas.openxmlformats.org/officeDocument/2006/relationships/notesSlide" Target="/ppt/notesSlides/notesSlide9.xml" Id="R9d8edfcf6def4b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d6bdaa49f047be" /><Relationship Type="http://schemas.openxmlformats.org/officeDocument/2006/relationships/notesSlide" Target="/ppt/notesSlides/notesSlide10.xml" Id="Rad8f024456c04c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ec9e8cff42450a" /><Relationship Type="http://schemas.openxmlformats.org/officeDocument/2006/relationships/notesSlide" Target="/ppt/notesSlides/notesSlide11.xml" Id="R0f6da53f85ed48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e075057a2940ae" /><Relationship Type="http://schemas.openxmlformats.org/officeDocument/2006/relationships/notesSlide" Target="/ppt/notesSlides/notesSlide12.xml" Id="R4385c33d2cad407d" /></Relationships>
</file>

<file path=ppt/slides/slide1.xml><?xml version="1.0" encoding="utf-8"?>
<p:sld xmlns:p="http://schemas.openxmlformats.org/presentationml/2006/main">
  <p:cSld>
    <p:bg>
      <p:bgPr>
        <a:solidFill xmlns:a="http://schemas.openxmlformats.org/drawingml/2006/main">
          <a:srgbClr val="EAF5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912E31-7C4F-4ABD-94FC-47F6330361BA}"/>
              </a:ext>
            </a:extLst>
          </p:cNvPr>
          <p:cNvSpPr>
            <a:spLocks xmlns:a="http://schemas.openxmlformats.org/drawingml/2006/main" noGrp="1"/>
          </p:cNvSpPr>
          <p:nvPr/>
        </p:nvSpPr>
        <p:spPr>
          <a:xfrm xmlns:a="http://schemas.openxmlformats.org/drawingml/2006/main">
            <a:off x="666750" y="876300"/>
            <a:ext cx="7239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800" b="1">
                <a:solidFill>
                  <a:srgbClr val="10251B"/>
                </a:solidFill>
              </a:defRPr>
            </a:pPr>
            <a:r>
              <a:rPr sz="4800" b="1">
                <a:solidFill>
                  <a:srgbClr val="10251B"/>
                </a:solidFill>
              </a:rPr>
              <a:t>Grid Journey</a:t>
            </a:r>
          </a:p>
        </p:txBody>
      </p:sp>
      <p:sp>
        <p:nvSpPr>
          <p:cNvPr id="2" name="">
            <a:extLst xmlns:a="http://schemas.openxmlformats.org/drawingml/2006/main">
              <a:ext uri="{FF2B5EF4-FFF2-40B4-BE49-F238E27FC236}">
                <a16:creationId xmlns:a16="http://schemas.microsoft.com/office/drawing/2014/main" id="{6927945E-5505-49E8-BE40-2244287B6955}"/>
              </a:ext>
            </a:extLst>
          </p:cNvPr>
          <p:cNvSpPr>
            <a:spLocks xmlns:a="http://schemas.openxmlformats.org/drawingml/2006/main" noGrp="1"/>
          </p:cNvSpPr>
          <p:nvPr/>
        </p:nvSpPr>
        <p:spPr>
          <a:xfrm xmlns:a="http://schemas.openxmlformats.org/drawingml/2006/main">
            <a:off x="704850" y="17907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2F7D4F"/>
                </a:solidFill>
              </a:defRPr>
            </a:pPr>
            <a:r>
              <a:rPr sz="1800" b="0">
                <a:solidFill>
                  <a:srgbClr val="2F7D4F"/>
                </a:solidFill>
              </a:rPr>
              <a:t>「点」ではなく「エリア」で街を評価する地図メモアプリ</a:t>
            </a:r>
          </a:p>
        </p:txBody>
      </p:sp>
      <p:sp>
        <p:nvSpPr>
          <p:cNvPr id="3" name="">
            <a:extLst xmlns:a="http://schemas.openxmlformats.org/drawingml/2006/main">
              <a:ext uri="{FF2B5EF4-FFF2-40B4-BE49-F238E27FC236}">
                <a16:creationId xmlns:a16="http://schemas.microsoft.com/office/drawing/2014/main" id="{138CD71D-C0BF-479A-893B-7187B4AEC7C3}"/>
              </a:ext>
            </a:extLst>
          </p:cNvPr>
          <p:cNvSpPr>
            <a:spLocks xmlns:a="http://schemas.openxmlformats.org/drawingml/2006/main" noGrp="1"/>
          </p:cNvSpPr>
          <p:nvPr/>
        </p:nvSpPr>
        <p:spPr>
          <a:xfrm xmlns:a="http://schemas.openxmlformats.org/drawingml/2006/main">
            <a:off x="723900" y="2495550"/>
            <a:ext cx="20002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職業訓練校 課題発表</a:t>
            </a:r>
          </a:p>
        </p:txBody>
      </p:sp>
      <p:sp>
        <p:nvSpPr>
          <p:cNvPr id="4" name="">
            <a:extLst xmlns:a="http://schemas.openxmlformats.org/drawingml/2006/main">
              <a:ext uri="{FF2B5EF4-FFF2-40B4-BE49-F238E27FC236}">
                <a16:creationId xmlns:a16="http://schemas.microsoft.com/office/drawing/2014/main" id="{86DC8E76-D417-48C2-BF76-C7D244D57B75}"/>
              </a:ext>
            </a:extLst>
          </p:cNvPr>
          <p:cNvSpPr>
            <a:spLocks xmlns:a="http://schemas.openxmlformats.org/drawingml/2006/main" noGrp="1"/>
          </p:cNvSpPr>
          <p:nvPr/>
        </p:nvSpPr>
        <p:spPr>
          <a:xfrm xmlns:a="http://schemas.openxmlformats.org/drawingml/2006/main">
            <a:off x="7477125" y="1000125"/>
            <a:ext cx="447675" cy="44767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5" name="">
            <a:extLst xmlns:a="http://schemas.openxmlformats.org/drawingml/2006/main">
              <a:ext uri="{FF2B5EF4-FFF2-40B4-BE49-F238E27FC236}">
                <a16:creationId xmlns:a16="http://schemas.microsoft.com/office/drawing/2014/main" id="{C74967B0-0B9F-426E-B8A5-98B8CA19484B}"/>
              </a:ext>
            </a:extLst>
          </p:cNvPr>
          <p:cNvSpPr>
            <a:spLocks xmlns:a="http://schemas.openxmlformats.org/drawingml/2006/main" noGrp="1"/>
          </p:cNvSpPr>
          <p:nvPr/>
        </p:nvSpPr>
        <p:spPr>
          <a:xfrm xmlns:a="http://schemas.openxmlformats.org/drawingml/2006/main">
            <a:off x="7953375" y="1000125"/>
            <a:ext cx="447675" cy="44767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6" name="">
            <a:extLst xmlns:a="http://schemas.openxmlformats.org/drawingml/2006/main">
              <a:ext uri="{FF2B5EF4-FFF2-40B4-BE49-F238E27FC236}">
                <a16:creationId xmlns:a16="http://schemas.microsoft.com/office/drawing/2014/main" id="{8919CF92-0AAC-4C2C-AC87-05C7D5FD6F33}"/>
              </a:ext>
            </a:extLst>
          </p:cNvPr>
          <p:cNvSpPr>
            <a:spLocks xmlns:a="http://schemas.openxmlformats.org/drawingml/2006/main" noGrp="1"/>
          </p:cNvSpPr>
          <p:nvPr/>
        </p:nvSpPr>
        <p:spPr>
          <a:xfrm xmlns:a="http://schemas.openxmlformats.org/drawingml/2006/main">
            <a:off x="8429625" y="1000125"/>
            <a:ext cx="447675" cy="44767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7" name="">
            <a:extLst xmlns:a="http://schemas.openxmlformats.org/drawingml/2006/main">
              <a:ext uri="{FF2B5EF4-FFF2-40B4-BE49-F238E27FC236}">
                <a16:creationId xmlns:a16="http://schemas.microsoft.com/office/drawing/2014/main" id="{BC9C126B-1834-4A3A-8EEE-FF0DB7776853}"/>
              </a:ext>
            </a:extLst>
          </p:cNvPr>
          <p:cNvSpPr>
            <a:spLocks xmlns:a="http://schemas.openxmlformats.org/drawingml/2006/main" noGrp="1"/>
          </p:cNvSpPr>
          <p:nvPr/>
        </p:nvSpPr>
        <p:spPr>
          <a:xfrm xmlns:a="http://schemas.openxmlformats.org/drawingml/2006/main">
            <a:off x="8905875" y="1000125"/>
            <a:ext cx="447675" cy="44767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8" name="">
            <a:extLst xmlns:a="http://schemas.openxmlformats.org/drawingml/2006/main">
              <a:ext uri="{FF2B5EF4-FFF2-40B4-BE49-F238E27FC236}">
                <a16:creationId xmlns:a16="http://schemas.microsoft.com/office/drawing/2014/main" id="{CD0D2710-E0C5-44B5-A5C4-E52C67A4C417}"/>
              </a:ext>
            </a:extLst>
          </p:cNvPr>
          <p:cNvSpPr>
            <a:spLocks xmlns:a="http://schemas.openxmlformats.org/drawingml/2006/main" noGrp="1"/>
          </p:cNvSpPr>
          <p:nvPr/>
        </p:nvSpPr>
        <p:spPr>
          <a:xfrm xmlns:a="http://schemas.openxmlformats.org/drawingml/2006/main">
            <a:off x="9382125" y="1000125"/>
            <a:ext cx="447675" cy="44767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9" name="">
            <a:extLst xmlns:a="http://schemas.openxmlformats.org/drawingml/2006/main">
              <a:ext uri="{FF2B5EF4-FFF2-40B4-BE49-F238E27FC236}">
                <a16:creationId xmlns:a16="http://schemas.microsoft.com/office/drawing/2014/main" id="{D1C2495B-6BDC-4D03-99BE-0D43D50F2669}"/>
              </a:ext>
            </a:extLst>
          </p:cNvPr>
          <p:cNvSpPr>
            <a:spLocks xmlns:a="http://schemas.openxmlformats.org/drawingml/2006/main" noGrp="1"/>
          </p:cNvSpPr>
          <p:nvPr/>
        </p:nvSpPr>
        <p:spPr>
          <a:xfrm xmlns:a="http://schemas.openxmlformats.org/drawingml/2006/main">
            <a:off x="9858375" y="1000125"/>
            <a:ext cx="447675" cy="44767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10" name="">
            <a:extLst xmlns:a="http://schemas.openxmlformats.org/drawingml/2006/main">
              <a:ext uri="{FF2B5EF4-FFF2-40B4-BE49-F238E27FC236}">
                <a16:creationId xmlns:a16="http://schemas.microsoft.com/office/drawing/2014/main" id="{D124558C-43C1-4946-8FED-2D2757F4D30C}"/>
              </a:ext>
            </a:extLst>
          </p:cNvPr>
          <p:cNvSpPr>
            <a:spLocks xmlns:a="http://schemas.openxmlformats.org/drawingml/2006/main" noGrp="1"/>
          </p:cNvSpPr>
          <p:nvPr/>
        </p:nvSpPr>
        <p:spPr>
          <a:xfrm xmlns:a="http://schemas.openxmlformats.org/drawingml/2006/main">
            <a:off x="10334625" y="1000125"/>
            <a:ext cx="447675" cy="44767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11" name="">
            <a:extLst xmlns:a="http://schemas.openxmlformats.org/drawingml/2006/main">
              <a:ext uri="{FF2B5EF4-FFF2-40B4-BE49-F238E27FC236}">
                <a16:creationId xmlns:a16="http://schemas.microsoft.com/office/drawing/2014/main" id="{91328669-5A9E-48CB-AD33-C64AEFA7BACF}"/>
              </a:ext>
            </a:extLst>
          </p:cNvPr>
          <p:cNvSpPr>
            <a:spLocks xmlns:a="http://schemas.openxmlformats.org/drawingml/2006/main" noGrp="1"/>
          </p:cNvSpPr>
          <p:nvPr/>
        </p:nvSpPr>
        <p:spPr>
          <a:xfrm xmlns:a="http://schemas.openxmlformats.org/drawingml/2006/main">
            <a:off x="7477125" y="1476375"/>
            <a:ext cx="447675" cy="44767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12" name="">
            <a:extLst xmlns:a="http://schemas.openxmlformats.org/drawingml/2006/main">
              <a:ext uri="{FF2B5EF4-FFF2-40B4-BE49-F238E27FC236}">
                <a16:creationId xmlns:a16="http://schemas.microsoft.com/office/drawing/2014/main" id="{A507DDFC-8BC2-43CF-9191-43F49E46E423}"/>
              </a:ext>
            </a:extLst>
          </p:cNvPr>
          <p:cNvSpPr>
            <a:spLocks xmlns:a="http://schemas.openxmlformats.org/drawingml/2006/main" noGrp="1"/>
          </p:cNvSpPr>
          <p:nvPr/>
        </p:nvSpPr>
        <p:spPr>
          <a:xfrm xmlns:a="http://schemas.openxmlformats.org/drawingml/2006/main">
            <a:off x="7953375" y="1476375"/>
            <a:ext cx="447675" cy="44767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13" name="">
            <a:extLst xmlns:a="http://schemas.openxmlformats.org/drawingml/2006/main">
              <a:ext uri="{FF2B5EF4-FFF2-40B4-BE49-F238E27FC236}">
                <a16:creationId xmlns:a16="http://schemas.microsoft.com/office/drawing/2014/main" id="{759989BD-F6EF-4FC7-B86D-D2349EBBA6A5}"/>
              </a:ext>
            </a:extLst>
          </p:cNvPr>
          <p:cNvSpPr>
            <a:spLocks xmlns:a="http://schemas.openxmlformats.org/drawingml/2006/main" noGrp="1"/>
          </p:cNvSpPr>
          <p:nvPr/>
        </p:nvSpPr>
        <p:spPr>
          <a:xfrm xmlns:a="http://schemas.openxmlformats.org/drawingml/2006/main">
            <a:off x="8429625" y="1476375"/>
            <a:ext cx="447675" cy="44767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14" name="">
            <a:extLst xmlns:a="http://schemas.openxmlformats.org/drawingml/2006/main">
              <a:ext uri="{FF2B5EF4-FFF2-40B4-BE49-F238E27FC236}">
                <a16:creationId xmlns:a16="http://schemas.microsoft.com/office/drawing/2014/main" id="{C88781B2-F0DE-49E7-831D-4DEE8DE6E834}"/>
              </a:ext>
            </a:extLst>
          </p:cNvPr>
          <p:cNvSpPr>
            <a:spLocks xmlns:a="http://schemas.openxmlformats.org/drawingml/2006/main" noGrp="1"/>
          </p:cNvSpPr>
          <p:nvPr/>
        </p:nvSpPr>
        <p:spPr>
          <a:xfrm xmlns:a="http://schemas.openxmlformats.org/drawingml/2006/main">
            <a:off x="8905875" y="1476375"/>
            <a:ext cx="447675" cy="44767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15" name="">
            <a:extLst xmlns:a="http://schemas.openxmlformats.org/drawingml/2006/main">
              <a:ext uri="{FF2B5EF4-FFF2-40B4-BE49-F238E27FC236}">
                <a16:creationId xmlns:a16="http://schemas.microsoft.com/office/drawing/2014/main" id="{08F7A96B-654D-40C9-A7E6-C296E15AC0A2}"/>
              </a:ext>
            </a:extLst>
          </p:cNvPr>
          <p:cNvSpPr>
            <a:spLocks xmlns:a="http://schemas.openxmlformats.org/drawingml/2006/main" noGrp="1"/>
          </p:cNvSpPr>
          <p:nvPr/>
        </p:nvSpPr>
        <p:spPr>
          <a:xfrm xmlns:a="http://schemas.openxmlformats.org/drawingml/2006/main">
            <a:off x="9382125" y="1476375"/>
            <a:ext cx="447675" cy="44767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16" name="">
            <a:extLst xmlns:a="http://schemas.openxmlformats.org/drawingml/2006/main">
              <a:ext uri="{FF2B5EF4-FFF2-40B4-BE49-F238E27FC236}">
                <a16:creationId xmlns:a16="http://schemas.microsoft.com/office/drawing/2014/main" id="{52C05844-8F27-4FEF-A0EF-1458306DAA5A}"/>
              </a:ext>
            </a:extLst>
          </p:cNvPr>
          <p:cNvSpPr>
            <a:spLocks xmlns:a="http://schemas.openxmlformats.org/drawingml/2006/main" noGrp="1"/>
          </p:cNvSpPr>
          <p:nvPr/>
        </p:nvSpPr>
        <p:spPr>
          <a:xfrm xmlns:a="http://schemas.openxmlformats.org/drawingml/2006/main">
            <a:off x="9858375" y="1476375"/>
            <a:ext cx="447675" cy="44767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17" name="">
            <a:extLst xmlns:a="http://schemas.openxmlformats.org/drawingml/2006/main">
              <a:ext uri="{FF2B5EF4-FFF2-40B4-BE49-F238E27FC236}">
                <a16:creationId xmlns:a16="http://schemas.microsoft.com/office/drawing/2014/main" id="{2EA9C776-C63E-44CF-B5E5-BE3050BBCB76}"/>
              </a:ext>
            </a:extLst>
          </p:cNvPr>
          <p:cNvSpPr>
            <a:spLocks xmlns:a="http://schemas.openxmlformats.org/drawingml/2006/main" noGrp="1"/>
          </p:cNvSpPr>
          <p:nvPr/>
        </p:nvSpPr>
        <p:spPr>
          <a:xfrm xmlns:a="http://schemas.openxmlformats.org/drawingml/2006/main">
            <a:off x="10334625" y="1476375"/>
            <a:ext cx="447675" cy="44767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18" name="">
            <a:extLst xmlns:a="http://schemas.openxmlformats.org/drawingml/2006/main">
              <a:ext uri="{FF2B5EF4-FFF2-40B4-BE49-F238E27FC236}">
                <a16:creationId xmlns:a16="http://schemas.microsoft.com/office/drawing/2014/main" id="{EFD8A8DF-649E-40BF-B250-D071D94F33AD}"/>
              </a:ext>
            </a:extLst>
          </p:cNvPr>
          <p:cNvSpPr>
            <a:spLocks xmlns:a="http://schemas.openxmlformats.org/drawingml/2006/main" noGrp="1"/>
          </p:cNvSpPr>
          <p:nvPr/>
        </p:nvSpPr>
        <p:spPr>
          <a:xfrm xmlns:a="http://schemas.openxmlformats.org/drawingml/2006/main">
            <a:off x="7477125" y="1952625"/>
            <a:ext cx="447675" cy="44767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19" name="">
            <a:extLst xmlns:a="http://schemas.openxmlformats.org/drawingml/2006/main">
              <a:ext uri="{FF2B5EF4-FFF2-40B4-BE49-F238E27FC236}">
                <a16:creationId xmlns:a16="http://schemas.microsoft.com/office/drawing/2014/main" id="{428F5C7F-D404-4E0D-A9E5-458B50A26A18}"/>
              </a:ext>
            </a:extLst>
          </p:cNvPr>
          <p:cNvSpPr>
            <a:spLocks xmlns:a="http://schemas.openxmlformats.org/drawingml/2006/main" noGrp="1"/>
          </p:cNvSpPr>
          <p:nvPr/>
        </p:nvSpPr>
        <p:spPr>
          <a:xfrm xmlns:a="http://schemas.openxmlformats.org/drawingml/2006/main">
            <a:off x="7953375" y="1952625"/>
            <a:ext cx="447675" cy="44767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20" name="">
            <a:extLst xmlns:a="http://schemas.openxmlformats.org/drawingml/2006/main">
              <a:ext uri="{FF2B5EF4-FFF2-40B4-BE49-F238E27FC236}">
                <a16:creationId xmlns:a16="http://schemas.microsoft.com/office/drawing/2014/main" id="{E4C85FEA-314E-4ADC-89A7-93F9234D339E}"/>
              </a:ext>
            </a:extLst>
          </p:cNvPr>
          <p:cNvSpPr>
            <a:spLocks xmlns:a="http://schemas.openxmlformats.org/drawingml/2006/main" noGrp="1"/>
          </p:cNvSpPr>
          <p:nvPr/>
        </p:nvSpPr>
        <p:spPr>
          <a:xfrm xmlns:a="http://schemas.openxmlformats.org/drawingml/2006/main">
            <a:off x="8429625" y="1952625"/>
            <a:ext cx="447675" cy="44767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21" name="">
            <a:extLst xmlns:a="http://schemas.openxmlformats.org/drawingml/2006/main">
              <a:ext uri="{FF2B5EF4-FFF2-40B4-BE49-F238E27FC236}">
                <a16:creationId xmlns:a16="http://schemas.microsoft.com/office/drawing/2014/main" id="{942C6AA3-C343-4D10-B055-BC15267E7C75}"/>
              </a:ext>
            </a:extLst>
          </p:cNvPr>
          <p:cNvSpPr>
            <a:spLocks xmlns:a="http://schemas.openxmlformats.org/drawingml/2006/main" noGrp="1"/>
          </p:cNvSpPr>
          <p:nvPr/>
        </p:nvSpPr>
        <p:spPr>
          <a:xfrm xmlns:a="http://schemas.openxmlformats.org/drawingml/2006/main">
            <a:off x="8905875" y="1952625"/>
            <a:ext cx="447675" cy="44767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22" name="">
            <a:extLst xmlns:a="http://schemas.openxmlformats.org/drawingml/2006/main">
              <a:ext uri="{FF2B5EF4-FFF2-40B4-BE49-F238E27FC236}">
                <a16:creationId xmlns:a16="http://schemas.microsoft.com/office/drawing/2014/main" id="{E2C93960-B7C2-4ECF-8365-AF3AA6A689C4}"/>
              </a:ext>
            </a:extLst>
          </p:cNvPr>
          <p:cNvSpPr>
            <a:spLocks xmlns:a="http://schemas.openxmlformats.org/drawingml/2006/main" noGrp="1"/>
          </p:cNvSpPr>
          <p:nvPr/>
        </p:nvSpPr>
        <p:spPr>
          <a:xfrm xmlns:a="http://schemas.openxmlformats.org/drawingml/2006/main">
            <a:off x="9382125" y="1952625"/>
            <a:ext cx="447675" cy="44767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23" name="">
            <a:extLst xmlns:a="http://schemas.openxmlformats.org/drawingml/2006/main">
              <a:ext uri="{FF2B5EF4-FFF2-40B4-BE49-F238E27FC236}">
                <a16:creationId xmlns:a16="http://schemas.microsoft.com/office/drawing/2014/main" id="{581E05B3-8F0B-48B9-8406-E54F9A9C8A27}"/>
              </a:ext>
            </a:extLst>
          </p:cNvPr>
          <p:cNvSpPr>
            <a:spLocks xmlns:a="http://schemas.openxmlformats.org/drawingml/2006/main" noGrp="1"/>
          </p:cNvSpPr>
          <p:nvPr/>
        </p:nvSpPr>
        <p:spPr>
          <a:xfrm xmlns:a="http://schemas.openxmlformats.org/drawingml/2006/main">
            <a:off x="9858375" y="1952625"/>
            <a:ext cx="447675" cy="44767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24" name="">
            <a:extLst xmlns:a="http://schemas.openxmlformats.org/drawingml/2006/main">
              <a:ext uri="{FF2B5EF4-FFF2-40B4-BE49-F238E27FC236}">
                <a16:creationId xmlns:a16="http://schemas.microsoft.com/office/drawing/2014/main" id="{3EE33E56-ECE7-4F05-9FFA-C632F0CB6CE6}"/>
              </a:ext>
            </a:extLst>
          </p:cNvPr>
          <p:cNvSpPr>
            <a:spLocks xmlns:a="http://schemas.openxmlformats.org/drawingml/2006/main" noGrp="1"/>
          </p:cNvSpPr>
          <p:nvPr/>
        </p:nvSpPr>
        <p:spPr>
          <a:xfrm xmlns:a="http://schemas.openxmlformats.org/drawingml/2006/main">
            <a:off x="10334625" y="1952625"/>
            <a:ext cx="447675" cy="44767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25" name="">
            <a:extLst xmlns:a="http://schemas.openxmlformats.org/drawingml/2006/main">
              <a:ext uri="{FF2B5EF4-FFF2-40B4-BE49-F238E27FC236}">
                <a16:creationId xmlns:a16="http://schemas.microsoft.com/office/drawing/2014/main" id="{2D20F25A-A20E-439F-9AAF-D7CA75107727}"/>
              </a:ext>
            </a:extLst>
          </p:cNvPr>
          <p:cNvSpPr>
            <a:spLocks xmlns:a="http://schemas.openxmlformats.org/drawingml/2006/main" noGrp="1"/>
          </p:cNvSpPr>
          <p:nvPr/>
        </p:nvSpPr>
        <p:spPr>
          <a:xfrm xmlns:a="http://schemas.openxmlformats.org/drawingml/2006/main">
            <a:off x="7477125" y="2428875"/>
            <a:ext cx="447675" cy="44767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26" name="">
            <a:extLst xmlns:a="http://schemas.openxmlformats.org/drawingml/2006/main">
              <a:ext uri="{FF2B5EF4-FFF2-40B4-BE49-F238E27FC236}">
                <a16:creationId xmlns:a16="http://schemas.microsoft.com/office/drawing/2014/main" id="{123F009A-83F3-4892-8241-397665BFFE1D}"/>
              </a:ext>
            </a:extLst>
          </p:cNvPr>
          <p:cNvSpPr>
            <a:spLocks xmlns:a="http://schemas.openxmlformats.org/drawingml/2006/main" noGrp="1"/>
          </p:cNvSpPr>
          <p:nvPr/>
        </p:nvSpPr>
        <p:spPr>
          <a:xfrm xmlns:a="http://schemas.openxmlformats.org/drawingml/2006/main">
            <a:off x="7953375" y="2428875"/>
            <a:ext cx="447675" cy="44767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27" name="">
            <a:extLst xmlns:a="http://schemas.openxmlformats.org/drawingml/2006/main">
              <a:ext uri="{FF2B5EF4-FFF2-40B4-BE49-F238E27FC236}">
                <a16:creationId xmlns:a16="http://schemas.microsoft.com/office/drawing/2014/main" id="{1A4DB35F-4A36-4309-BE6B-4914B5B1D190}"/>
              </a:ext>
            </a:extLst>
          </p:cNvPr>
          <p:cNvSpPr>
            <a:spLocks xmlns:a="http://schemas.openxmlformats.org/drawingml/2006/main" noGrp="1"/>
          </p:cNvSpPr>
          <p:nvPr/>
        </p:nvSpPr>
        <p:spPr>
          <a:xfrm xmlns:a="http://schemas.openxmlformats.org/drawingml/2006/main">
            <a:off x="8429625" y="2428875"/>
            <a:ext cx="447675" cy="44767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28" name="">
            <a:extLst xmlns:a="http://schemas.openxmlformats.org/drawingml/2006/main">
              <a:ext uri="{FF2B5EF4-FFF2-40B4-BE49-F238E27FC236}">
                <a16:creationId xmlns:a16="http://schemas.microsoft.com/office/drawing/2014/main" id="{D9D3843F-8138-42D1-9568-27077C2943DD}"/>
              </a:ext>
            </a:extLst>
          </p:cNvPr>
          <p:cNvSpPr>
            <a:spLocks xmlns:a="http://schemas.openxmlformats.org/drawingml/2006/main" noGrp="1"/>
          </p:cNvSpPr>
          <p:nvPr/>
        </p:nvSpPr>
        <p:spPr>
          <a:xfrm xmlns:a="http://schemas.openxmlformats.org/drawingml/2006/main">
            <a:off x="8905875" y="2428875"/>
            <a:ext cx="447675" cy="44767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29" name="">
            <a:extLst xmlns:a="http://schemas.openxmlformats.org/drawingml/2006/main">
              <a:ext uri="{FF2B5EF4-FFF2-40B4-BE49-F238E27FC236}">
                <a16:creationId xmlns:a16="http://schemas.microsoft.com/office/drawing/2014/main" id="{EE9A8177-CBC9-4BF8-ABC6-A055F34D702B}"/>
              </a:ext>
            </a:extLst>
          </p:cNvPr>
          <p:cNvSpPr>
            <a:spLocks xmlns:a="http://schemas.openxmlformats.org/drawingml/2006/main" noGrp="1"/>
          </p:cNvSpPr>
          <p:nvPr/>
        </p:nvSpPr>
        <p:spPr>
          <a:xfrm xmlns:a="http://schemas.openxmlformats.org/drawingml/2006/main">
            <a:off x="9382125" y="2428875"/>
            <a:ext cx="447675" cy="44767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30" name="">
            <a:extLst xmlns:a="http://schemas.openxmlformats.org/drawingml/2006/main">
              <a:ext uri="{FF2B5EF4-FFF2-40B4-BE49-F238E27FC236}">
                <a16:creationId xmlns:a16="http://schemas.microsoft.com/office/drawing/2014/main" id="{E557C48A-9E15-42FC-ABB1-E476CFE5B899}"/>
              </a:ext>
            </a:extLst>
          </p:cNvPr>
          <p:cNvSpPr>
            <a:spLocks xmlns:a="http://schemas.openxmlformats.org/drawingml/2006/main" noGrp="1"/>
          </p:cNvSpPr>
          <p:nvPr/>
        </p:nvSpPr>
        <p:spPr>
          <a:xfrm xmlns:a="http://schemas.openxmlformats.org/drawingml/2006/main">
            <a:off x="9858375" y="2428875"/>
            <a:ext cx="447675" cy="44767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31" name="">
            <a:extLst xmlns:a="http://schemas.openxmlformats.org/drawingml/2006/main">
              <a:ext uri="{FF2B5EF4-FFF2-40B4-BE49-F238E27FC236}">
                <a16:creationId xmlns:a16="http://schemas.microsoft.com/office/drawing/2014/main" id="{69FCD686-A088-423F-9E42-7347EC3978DA}"/>
              </a:ext>
            </a:extLst>
          </p:cNvPr>
          <p:cNvSpPr>
            <a:spLocks xmlns:a="http://schemas.openxmlformats.org/drawingml/2006/main" noGrp="1"/>
          </p:cNvSpPr>
          <p:nvPr/>
        </p:nvSpPr>
        <p:spPr>
          <a:xfrm xmlns:a="http://schemas.openxmlformats.org/drawingml/2006/main">
            <a:off x="10334625" y="2428875"/>
            <a:ext cx="447675" cy="44767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32" name="">
            <a:extLst xmlns:a="http://schemas.openxmlformats.org/drawingml/2006/main">
              <a:ext uri="{FF2B5EF4-FFF2-40B4-BE49-F238E27FC236}">
                <a16:creationId xmlns:a16="http://schemas.microsoft.com/office/drawing/2014/main" id="{58C666CF-8436-4B2A-8E86-B6ED6E158F84}"/>
              </a:ext>
            </a:extLst>
          </p:cNvPr>
          <p:cNvSpPr>
            <a:spLocks xmlns:a="http://schemas.openxmlformats.org/drawingml/2006/main" noGrp="1"/>
          </p:cNvSpPr>
          <p:nvPr/>
        </p:nvSpPr>
        <p:spPr>
          <a:xfrm xmlns:a="http://schemas.openxmlformats.org/drawingml/2006/main">
            <a:off x="7477125" y="2905125"/>
            <a:ext cx="447675" cy="44767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33" name="">
            <a:extLst xmlns:a="http://schemas.openxmlformats.org/drawingml/2006/main">
              <a:ext uri="{FF2B5EF4-FFF2-40B4-BE49-F238E27FC236}">
                <a16:creationId xmlns:a16="http://schemas.microsoft.com/office/drawing/2014/main" id="{2C0BB996-0235-4774-8BE0-875C8E4E1AF8}"/>
              </a:ext>
            </a:extLst>
          </p:cNvPr>
          <p:cNvSpPr>
            <a:spLocks xmlns:a="http://schemas.openxmlformats.org/drawingml/2006/main" noGrp="1"/>
          </p:cNvSpPr>
          <p:nvPr/>
        </p:nvSpPr>
        <p:spPr>
          <a:xfrm xmlns:a="http://schemas.openxmlformats.org/drawingml/2006/main">
            <a:off x="7953375" y="2905125"/>
            <a:ext cx="447675" cy="44767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34" name="">
            <a:extLst xmlns:a="http://schemas.openxmlformats.org/drawingml/2006/main">
              <a:ext uri="{FF2B5EF4-FFF2-40B4-BE49-F238E27FC236}">
                <a16:creationId xmlns:a16="http://schemas.microsoft.com/office/drawing/2014/main" id="{2C2041B2-9415-4597-A7C4-3C82DCE8F3FF}"/>
              </a:ext>
            </a:extLst>
          </p:cNvPr>
          <p:cNvSpPr>
            <a:spLocks xmlns:a="http://schemas.openxmlformats.org/drawingml/2006/main" noGrp="1"/>
          </p:cNvSpPr>
          <p:nvPr/>
        </p:nvSpPr>
        <p:spPr>
          <a:xfrm xmlns:a="http://schemas.openxmlformats.org/drawingml/2006/main">
            <a:off x="8429625" y="2905125"/>
            <a:ext cx="447675" cy="44767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35" name="">
            <a:extLst xmlns:a="http://schemas.openxmlformats.org/drawingml/2006/main">
              <a:ext uri="{FF2B5EF4-FFF2-40B4-BE49-F238E27FC236}">
                <a16:creationId xmlns:a16="http://schemas.microsoft.com/office/drawing/2014/main" id="{4551F63E-F141-4414-B322-38838417FABC}"/>
              </a:ext>
            </a:extLst>
          </p:cNvPr>
          <p:cNvSpPr>
            <a:spLocks xmlns:a="http://schemas.openxmlformats.org/drawingml/2006/main" noGrp="1"/>
          </p:cNvSpPr>
          <p:nvPr/>
        </p:nvSpPr>
        <p:spPr>
          <a:xfrm xmlns:a="http://schemas.openxmlformats.org/drawingml/2006/main">
            <a:off x="8905875" y="2905125"/>
            <a:ext cx="447675" cy="44767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36" name="">
            <a:extLst xmlns:a="http://schemas.openxmlformats.org/drawingml/2006/main">
              <a:ext uri="{FF2B5EF4-FFF2-40B4-BE49-F238E27FC236}">
                <a16:creationId xmlns:a16="http://schemas.microsoft.com/office/drawing/2014/main" id="{6F8A409F-BEB7-41DA-862A-CD23763660E9}"/>
              </a:ext>
            </a:extLst>
          </p:cNvPr>
          <p:cNvSpPr>
            <a:spLocks xmlns:a="http://schemas.openxmlformats.org/drawingml/2006/main" noGrp="1"/>
          </p:cNvSpPr>
          <p:nvPr/>
        </p:nvSpPr>
        <p:spPr>
          <a:xfrm xmlns:a="http://schemas.openxmlformats.org/drawingml/2006/main">
            <a:off x="9382125" y="2905125"/>
            <a:ext cx="447675" cy="44767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37" name="">
            <a:extLst xmlns:a="http://schemas.openxmlformats.org/drawingml/2006/main">
              <a:ext uri="{FF2B5EF4-FFF2-40B4-BE49-F238E27FC236}">
                <a16:creationId xmlns:a16="http://schemas.microsoft.com/office/drawing/2014/main" id="{7147B2DF-DCD9-4D25-9871-2D0F07C3234C}"/>
              </a:ext>
            </a:extLst>
          </p:cNvPr>
          <p:cNvSpPr>
            <a:spLocks xmlns:a="http://schemas.openxmlformats.org/drawingml/2006/main" noGrp="1"/>
          </p:cNvSpPr>
          <p:nvPr/>
        </p:nvSpPr>
        <p:spPr>
          <a:xfrm xmlns:a="http://schemas.openxmlformats.org/drawingml/2006/main">
            <a:off x="9858375" y="2905125"/>
            <a:ext cx="447675" cy="44767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38" name="">
            <a:extLst xmlns:a="http://schemas.openxmlformats.org/drawingml/2006/main">
              <a:ext uri="{FF2B5EF4-FFF2-40B4-BE49-F238E27FC236}">
                <a16:creationId xmlns:a16="http://schemas.microsoft.com/office/drawing/2014/main" id="{66D78579-290E-4B83-98E0-F472DF8DA68D}"/>
              </a:ext>
            </a:extLst>
          </p:cNvPr>
          <p:cNvSpPr>
            <a:spLocks xmlns:a="http://schemas.openxmlformats.org/drawingml/2006/main" noGrp="1"/>
          </p:cNvSpPr>
          <p:nvPr/>
        </p:nvSpPr>
        <p:spPr>
          <a:xfrm xmlns:a="http://schemas.openxmlformats.org/drawingml/2006/main">
            <a:off x="10334625" y="2905125"/>
            <a:ext cx="447675" cy="44767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39" name="">
            <a:extLst xmlns:a="http://schemas.openxmlformats.org/drawingml/2006/main">
              <a:ext uri="{FF2B5EF4-FFF2-40B4-BE49-F238E27FC236}">
                <a16:creationId xmlns:a16="http://schemas.microsoft.com/office/drawing/2014/main" id="{A89075E5-C912-4F5A-B0CB-F3A1D427D754}"/>
              </a:ext>
            </a:extLst>
          </p:cNvPr>
          <p:cNvSpPr>
            <a:spLocks xmlns:a="http://schemas.openxmlformats.org/drawingml/2006/main" noGrp="1"/>
          </p:cNvSpPr>
          <p:nvPr/>
        </p:nvSpPr>
        <p:spPr>
          <a:xfrm xmlns:a="http://schemas.openxmlformats.org/drawingml/2006/main">
            <a:off x="7477125" y="3381375"/>
            <a:ext cx="447675" cy="44767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40" name="">
            <a:extLst xmlns:a="http://schemas.openxmlformats.org/drawingml/2006/main">
              <a:ext uri="{FF2B5EF4-FFF2-40B4-BE49-F238E27FC236}">
                <a16:creationId xmlns:a16="http://schemas.microsoft.com/office/drawing/2014/main" id="{8FF80A69-51D1-483E-A225-CCCE092FA0AB}"/>
              </a:ext>
            </a:extLst>
          </p:cNvPr>
          <p:cNvSpPr>
            <a:spLocks xmlns:a="http://schemas.openxmlformats.org/drawingml/2006/main" noGrp="1"/>
          </p:cNvSpPr>
          <p:nvPr/>
        </p:nvSpPr>
        <p:spPr>
          <a:xfrm xmlns:a="http://schemas.openxmlformats.org/drawingml/2006/main">
            <a:off x="7953375" y="3381375"/>
            <a:ext cx="447675" cy="44767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41" name="">
            <a:extLst xmlns:a="http://schemas.openxmlformats.org/drawingml/2006/main">
              <a:ext uri="{FF2B5EF4-FFF2-40B4-BE49-F238E27FC236}">
                <a16:creationId xmlns:a16="http://schemas.microsoft.com/office/drawing/2014/main" id="{2981D454-8C47-4535-9CEC-16A97DC216C9}"/>
              </a:ext>
            </a:extLst>
          </p:cNvPr>
          <p:cNvSpPr>
            <a:spLocks xmlns:a="http://schemas.openxmlformats.org/drawingml/2006/main" noGrp="1"/>
          </p:cNvSpPr>
          <p:nvPr/>
        </p:nvSpPr>
        <p:spPr>
          <a:xfrm xmlns:a="http://schemas.openxmlformats.org/drawingml/2006/main">
            <a:off x="8429625" y="3381375"/>
            <a:ext cx="447675" cy="44767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42" name="">
            <a:extLst xmlns:a="http://schemas.openxmlformats.org/drawingml/2006/main">
              <a:ext uri="{FF2B5EF4-FFF2-40B4-BE49-F238E27FC236}">
                <a16:creationId xmlns:a16="http://schemas.microsoft.com/office/drawing/2014/main" id="{7B87F20A-C057-4AEF-8F65-52EDB4227A5B}"/>
              </a:ext>
            </a:extLst>
          </p:cNvPr>
          <p:cNvSpPr>
            <a:spLocks xmlns:a="http://schemas.openxmlformats.org/drawingml/2006/main" noGrp="1"/>
          </p:cNvSpPr>
          <p:nvPr/>
        </p:nvSpPr>
        <p:spPr>
          <a:xfrm xmlns:a="http://schemas.openxmlformats.org/drawingml/2006/main">
            <a:off x="8905875" y="3381375"/>
            <a:ext cx="447675" cy="44767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43" name="">
            <a:extLst xmlns:a="http://schemas.openxmlformats.org/drawingml/2006/main">
              <a:ext uri="{FF2B5EF4-FFF2-40B4-BE49-F238E27FC236}">
                <a16:creationId xmlns:a16="http://schemas.microsoft.com/office/drawing/2014/main" id="{FD494082-2ABA-4E84-A79D-35A6E8959F25}"/>
              </a:ext>
            </a:extLst>
          </p:cNvPr>
          <p:cNvSpPr>
            <a:spLocks xmlns:a="http://schemas.openxmlformats.org/drawingml/2006/main" noGrp="1"/>
          </p:cNvSpPr>
          <p:nvPr/>
        </p:nvSpPr>
        <p:spPr>
          <a:xfrm xmlns:a="http://schemas.openxmlformats.org/drawingml/2006/main">
            <a:off x="9382125" y="3381375"/>
            <a:ext cx="447675" cy="44767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44" name="">
            <a:extLst xmlns:a="http://schemas.openxmlformats.org/drawingml/2006/main">
              <a:ext uri="{FF2B5EF4-FFF2-40B4-BE49-F238E27FC236}">
                <a16:creationId xmlns:a16="http://schemas.microsoft.com/office/drawing/2014/main" id="{3BFC953E-40FE-44CC-B569-18B902041E67}"/>
              </a:ext>
            </a:extLst>
          </p:cNvPr>
          <p:cNvSpPr>
            <a:spLocks xmlns:a="http://schemas.openxmlformats.org/drawingml/2006/main" noGrp="1"/>
          </p:cNvSpPr>
          <p:nvPr/>
        </p:nvSpPr>
        <p:spPr>
          <a:xfrm xmlns:a="http://schemas.openxmlformats.org/drawingml/2006/main">
            <a:off x="9858375" y="3381375"/>
            <a:ext cx="447675" cy="44767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45" name="">
            <a:extLst xmlns:a="http://schemas.openxmlformats.org/drawingml/2006/main">
              <a:ext uri="{FF2B5EF4-FFF2-40B4-BE49-F238E27FC236}">
                <a16:creationId xmlns:a16="http://schemas.microsoft.com/office/drawing/2014/main" id="{932A49CF-7EED-43A4-A1D6-A06EAC7D8B2B}"/>
              </a:ext>
            </a:extLst>
          </p:cNvPr>
          <p:cNvSpPr>
            <a:spLocks xmlns:a="http://schemas.openxmlformats.org/drawingml/2006/main" noGrp="1"/>
          </p:cNvSpPr>
          <p:nvPr/>
        </p:nvSpPr>
        <p:spPr>
          <a:xfrm xmlns:a="http://schemas.openxmlformats.org/drawingml/2006/main">
            <a:off x="10334625" y="3381375"/>
            <a:ext cx="447675" cy="44767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46" name="">
            <a:extLst xmlns:a="http://schemas.openxmlformats.org/drawingml/2006/main">
              <a:ext uri="{FF2B5EF4-FFF2-40B4-BE49-F238E27FC236}">
                <a16:creationId xmlns:a16="http://schemas.microsoft.com/office/drawing/2014/main" id="{C5875EAF-5A02-4EC2-A539-F8C982B88F31}"/>
              </a:ext>
            </a:extLst>
          </p:cNvPr>
          <p:cNvSpPr>
            <a:spLocks xmlns:a="http://schemas.openxmlformats.org/drawingml/2006/main" noGrp="1"/>
          </p:cNvSpPr>
          <p:nvPr/>
        </p:nvSpPr>
        <p:spPr>
          <a:xfrm xmlns:a="http://schemas.openxmlformats.org/drawingml/2006/main">
            <a:off x="7477125" y="3857625"/>
            <a:ext cx="447675" cy="44767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47" name="">
            <a:extLst xmlns:a="http://schemas.openxmlformats.org/drawingml/2006/main">
              <a:ext uri="{FF2B5EF4-FFF2-40B4-BE49-F238E27FC236}">
                <a16:creationId xmlns:a16="http://schemas.microsoft.com/office/drawing/2014/main" id="{C309B718-AB87-48A9-A319-CC7E81CF2F36}"/>
              </a:ext>
            </a:extLst>
          </p:cNvPr>
          <p:cNvSpPr>
            <a:spLocks xmlns:a="http://schemas.openxmlformats.org/drawingml/2006/main" noGrp="1"/>
          </p:cNvSpPr>
          <p:nvPr/>
        </p:nvSpPr>
        <p:spPr>
          <a:xfrm xmlns:a="http://schemas.openxmlformats.org/drawingml/2006/main">
            <a:off x="7953375" y="3857625"/>
            <a:ext cx="447675" cy="44767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48" name="">
            <a:extLst xmlns:a="http://schemas.openxmlformats.org/drawingml/2006/main">
              <a:ext uri="{FF2B5EF4-FFF2-40B4-BE49-F238E27FC236}">
                <a16:creationId xmlns:a16="http://schemas.microsoft.com/office/drawing/2014/main" id="{472EED7A-5BDE-4EDA-BB38-1F3E30E0818B}"/>
              </a:ext>
            </a:extLst>
          </p:cNvPr>
          <p:cNvSpPr>
            <a:spLocks xmlns:a="http://schemas.openxmlformats.org/drawingml/2006/main" noGrp="1"/>
          </p:cNvSpPr>
          <p:nvPr/>
        </p:nvSpPr>
        <p:spPr>
          <a:xfrm xmlns:a="http://schemas.openxmlformats.org/drawingml/2006/main">
            <a:off x="8429625" y="3857625"/>
            <a:ext cx="447675" cy="44767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49" name="">
            <a:extLst xmlns:a="http://schemas.openxmlformats.org/drawingml/2006/main">
              <a:ext uri="{FF2B5EF4-FFF2-40B4-BE49-F238E27FC236}">
                <a16:creationId xmlns:a16="http://schemas.microsoft.com/office/drawing/2014/main" id="{10A42E35-CB22-4FE7-94D8-8BCD538D9DAE}"/>
              </a:ext>
            </a:extLst>
          </p:cNvPr>
          <p:cNvSpPr>
            <a:spLocks xmlns:a="http://schemas.openxmlformats.org/drawingml/2006/main" noGrp="1"/>
          </p:cNvSpPr>
          <p:nvPr/>
        </p:nvSpPr>
        <p:spPr>
          <a:xfrm xmlns:a="http://schemas.openxmlformats.org/drawingml/2006/main">
            <a:off x="8905875" y="3857625"/>
            <a:ext cx="447675" cy="44767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50" name="">
            <a:extLst xmlns:a="http://schemas.openxmlformats.org/drawingml/2006/main">
              <a:ext uri="{FF2B5EF4-FFF2-40B4-BE49-F238E27FC236}">
                <a16:creationId xmlns:a16="http://schemas.microsoft.com/office/drawing/2014/main" id="{991B1F15-FD8A-4FC2-A0CA-0E2356252BD7}"/>
              </a:ext>
            </a:extLst>
          </p:cNvPr>
          <p:cNvSpPr>
            <a:spLocks xmlns:a="http://schemas.openxmlformats.org/drawingml/2006/main" noGrp="1"/>
          </p:cNvSpPr>
          <p:nvPr/>
        </p:nvSpPr>
        <p:spPr>
          <a:xfrm xmlns:a="http://schemas.openxmlformats.org/drawingml/2006/main">
            <a:off x="9382125" y="3857625"/>
            <a:ext cx="447675" cy="44767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51" name="">
            <a:extLst xmlns:a="http://schemas.openxmlformats.org/drawingml/2006/main">
              <a:ext uri="{FF2B5EF4-FFF2-40B4-BE49-F238E27FC236}">
                <a16:creationId xmlns:a16="http://schemas.microsoft.com/office/drawing/2014/main" id="{DA0BB1C4-DE02-4F66-87B9-BEBA32E3CB3A}"/>
              </a:ext>
            </a:extLst>
          </p:cNvPr>
          <p:cNvSpPr>
            <a:spLocks xmlns:a="http://schemas.openxmlformats.org/drawingml/2006/main" noGrp="1"/>
          </p:cNvSpPr>
          <p:nvPr/>
        </p:nvSpPr>
        <p:spPr>
          <a:xfrm xmlns:a="http://schemas.openxmlformats.org/drawingml/2006/main">
            <a:off x="9858375" y="3857625"/>
            <a:ext cx="447675" cy="44767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52" name="">
            <a:extLst xmlns:a="http://schemas.openxmlformats.org/drawingml/2006/main">
              <a:ext uri="{FF2B5EF4-FFF2-40B4-BE49-F238E27FC236}">
                <a16:creationId xmlns:a16="http://schemas.microsoft.com/office/drawing/2014/main" id="{BA5A2EF0-AA5F-47B8-A8A8-821773F4C706}"/>
              </a:ext>
            </a:extLst>
          </p:cNvPr>
          <p:cNvSpPr>
            <a:spLocks xmlns:a="http://schemas.openxmlformats.org/drawingml/2006/main" noGrp="1"/>
          </p:cNvSpPr>
          <p:nvPr/>
        </p:nvSpPr>
        <p:spPr>
          <a:xfrm xmlns:a="http://schemas.openxmlformats.org/drawingml/2006/main">
            <a:off x="10334625" y="3857625"/>
            <a:ext cx="447675" cy="44767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53" name="">
            <a:extLst xmlns:a="http://schemas.openxmlformats.org/drawingml/2006/main">
              <a:ext uri="{FF2B5EF4-FFF2-40B4-BE49-F238E27FC236}">
                <a16:creationId xmlns:a16="http://schemas.microsoft.com/office/drawing/2014/main" id="{B81844C6-214C-4CAC-A0DF-8EC0A62050EE}"/>
              </a:ext>
            </a:extLst>
          </p:cNvPr>
          <p:cNvSpPr>
            <a:spLocks xmlns:a="http://schemas.openxmlformats.org/drawingml/2006/main" noGrp="1"/>
          </p:cNvSpPr>
          <p:nvPr/>
        </p:nvSpPr>
        <p:spPr>
          <a:xfrm xmlns:a="http://schemas.openxmlformats.org/drawingml/2006/main">
            <a:off x="7381875" y="904875"/>
            <a:ext cx="3400425" cy="3400425"/>
          </a:xfrm>
          <a:prstGeom xmlns:a="http://schemas.openxmlformats.org/drawingml/2006/main" prst="rect">
            <a:avLst/>
          </a:prstGeom>
          <a:noFill xmlns:a="http://schemas.openxmlformats.org/drawingml/2006/main"/>
          <a:ln xmlns:a="http://schemas.openxmlformats.org/drawingml/2006/main" w="19050">
            <a:solidFill>
              <a:srgbClr val="2F7D4F"/>
            </a:solidFill>
            <a:prstDash val="solid"/>
          </a:ln>
        </p:spPr>
      </p:sp>
      <p:sp>
        <p:nvSpPr>
          <p:cNvPr id="54" name="">
            <a:extLst xmlns:a="http://schemas.openxmlformats.org/drawingml/2006/main">
              <a:ext uri="{FF2B5EF4-FFF2-40B4-BE49-F238E27FC236}">
                <a16:creationId xmlns:a16="http://schemas.microsoft.com/office/drawing/2014/main" id="{D509F662-3029-45D2-9CE0-BEABC5D467F6}"/>
              </a:ext>
            </a:extLst>
          </p:cNvPr>
          <p:cNvSpPr>
            <a:spLocks xmlns:a="http://schemas.openxmlformats.org/drawingml/2006/main" noGrp="1"/>
          </p:cNvSpPr>
          <p:nvPr/>
        </p:nvSpPr>
        <p:spPr>
          <a:xfrm xmlns:a="http://schemas.openxmlformats.org/drawingml/2006/main">
            <a:off x="723900" y="557212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発表者: [お名前]</a:t>
            </a:r>
          </a:p>
          <a:p xmlns:a="http://schemas.openxmlformats.org/drawingml/2006/main">
            <a:pPr>
              <a:defRPr sz="1350" b="0">
                <a:solidFill>
                  <a:srgbClr val="5B6B61"/>
                </a:solidFill>
              </a:defRPr>
            </a:pPr>
            <a:r>
              <a:rPr sz="1350" b="0">
                <a:solidFill>
                  <a:srgbClr val="5B6B61"/>
                </a:solidFill>
              </a:rPr>
              <a:t>制作期間: [必要に応じて記入]</a:t>
            </a:r>
          </a:p>
        </p:txBody>
      </p:sp>
      <p:sp>
        <p:nvSpPr>
          <p:cNvPr id="55" name="">
            <a:extLst xmlns:a="http://schemas.openxmlformats.org/drawingml/2006/main">
              <a:ext uri="{FF2B5EF4-FFF2-40B4-BE49-F238E27FC236}">
                <a16:creationId xmlns:a16="http://schemas.microsoft.com/office/drawing/2014/main" id="{8E3118EC-1D35-4EA2-AD90-5B62D0D86F14}"/>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01</a:t>
            </a:r>
          </a:p>
        </p:txBody>
      </p:sp>
    </p:spTree>
    <p:extLst>
      <p:ext uri="{BB962C8B-B14F-4D97-AF65-F5344CB8AC3E}">
        <p14:creationId xmlns:p14="http://schemas.microsoft.com/office/powerpoint/2010/main" val="1528269836"/>
      </p:ext>
    </p:extLst>
  </p:cSld>
</p:sld>
</file>

<file path=ppt/slides/slide2.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AE6566-9C73-454C-B487-9C2781604D9A}"/>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B73B283B-BCC1-4C05-B53C-1746421DE406}"/>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企画の背景</a:t>
            </a:r>
          </a:p>
        </p:txBody>
      </p:sp>
      <p:sp>
        <p:nvSpPr>
          <p:cNvPr id="3" name="">
            <a:extLst xmlns:a="http://schemas.openxmlformats.org/drawingml/2006/main">
              <a:ext uri="{FF2B5EF4-FFF2-40B4-BE49-F238E27FC236}">
                <a16:creationId xmlns:a16="http://schemas.microsoft.com/office/drawing/2014/main" id="{57421F13-8536-475D-8467-E051C9399DB2}"/>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行き先選びが、ランキングや有名スポットに寄りやすい</a:t>
            </a:r>
          </a:p>
        </p:txBody>
      </p:sp>
      <p:sp>
        <p:nvSpPr>
          <p:cNvPr id="4" name="">
            <a:extLst xmlns:a="http://schemas.openxmlformats.org/drawingml/2006/main">
              <a:ext uri="{FF2B5EF4-FFF2-40B4-BE49-F238E27FC236}">
                <a16:creationId xmlns:a16="http://schemas.microsoft.com/office/drawing/2014/main" id="{147E0DED-ADB7-4A32-BC30-A8C771120EC9}"/>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8784061F-ECCA-4897-91ED-BF188CCC0594}"/>
              </a:ext>
            </a:extLst>
          </p:cNvPr>
          <p:cNvSpPr>
            <a:spLocks xmlns:a="http://schemas.openxmlformats.org/drawingml/2006/main" noGrp="1"/>
          </p:cNvSpPr>
          <p:nvPr/>
        </p:nvSpPr>
        <p:spPr>
          <a:xfrm xmlns:a="http://schemas.openxmlformats.org/drawingml/2006/main">
            <a:off x="857250" y="2552700"/>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F20E3E-20B2-4A40-BF0D-A0591A104B52}"/>
              </a:ext>
            </a:extLst>
          </p:cNvPr>
          <p:cNvSpPr>
            <a:spLocks xmlns:a="http://schemas.openxmlformats.org/drawingml/2006/main" noGrp="1"/>
          </p:cNvSpPr>
          <p:nvPr/>
        </p:nvSpPr>
        <p:spPr>
          <a:xfrm xmlns:a="http://schemas.openxmlformats.org/drawingml/2006/main">
            <a:off x="1181100" y="2476500"/>
            <a:ext cx="6915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既存の地図サービスは、店舗・施設など「点」の情報が中心</a:t>
            </a:r>
          </a:p>
        </p:txBody>
      </p:sp>
      <p:sp>
        <p:nvSpPr>
          <p:cNvPr id="7" name="">
            <a:extLst xmlns:a="http://schemas.openxmlformats.org/drawingml/2006/main">
              <a:ext uri="{FF2B5EF4-FFF2-40B4-BE49-F238E27FC236}">
                <a16:creationId xmlns:a16="http://schemas.microsoft.com/office/drawing/2014/main" id="{D05AB5CD-3E10-4624-AC81-F82ABD2F5CAF}"/>
              </a:ext>
            </a:extLst>
          </p:cNvPr>
          <p:cNvSpPr>
            <a:spLocks xmlns:a="http://schemas.openxmlformats.org/drawingml/2006/main" noGrp="1"/>
          </p:cNvSpPr>
          <p:nvPr/>
        </p:nvSpPr>
        <p:spPr>
          <a:xfrm xmlns:a="http://schemas.openxmlformats.org/drawingml/2006/main">
            <a:off x="857250" y="3219450"/>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E59B17-94F5-44D2-B377-DCC4530E7B44}"/>
              </a:ext>
            </a:extLst>
          </p:cNvPr>
          <p:cNvSpPr>
            <a:spLocks xmlns:a="http://schemas.openxmlformats.org/drawingml/2006/main" noGrp="1"/>
          </p:cNvSpPr>
          <p:nvPr/>
        </p:nvSpPr>
        <p:spPr>
          <a:xfrm xmlns:a="http://schemas.openxmlformats.org/drawingml/2006/main">
            <a:off x="1181100" y="3143250"/>
            <a:ext cx="6915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散歩や引っ越し検討では、エリア全体の雰囲気も知りたい</a:t>
            </a:r>
          </a:p>
        </p:txBody>
      </p:sp>
      <p:sp>
        <p:nvSpPr>
          <p:cNvPr id="9" name="">
            <a:extLst xmlns:a="http://schemas.openxmlformats.org/drawingml/2006/main">
              <a:ext uri="{FF2B5EF4-FFF2-40B4-BE49-F238E27FC236}">
                <a16:creationId xmlns:a16="http://schemas.microsoft.com/office/drawing/2014/main" id="{BF8F0069-F229-4BC4-AE11-69B1A32432B2}"/>
              </a:ext>
            </a:extLst>
          </p:cNvPr>
          <p:cNvSpPr>
            <a:spLocks xmlns:a="http://schemas.openxmlformats.org/drawingml/2006/main" noGrp="1"/>
          </p:cNvSpPr>
          <p:nvPr/>
        </p:nvSpPr>
        <p:spPr>
          <a:xfrm xmlns:a="http://schemas.openxmlformats.org/drawingml/2006/main">
            <a:off x="857250" y="3886200"/>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40198E-7FB3-4961-9299-64A50C3A30FA}"/>
              </a:ext>
            </a:extLst>
          </p:cNvPr>
          <p:cNvSpPr>
            <a:spLocks xmlns:a="http://schemas.openxmlformats.org/drawingml/2006/main" noGrp="1"/>
          </p:cNvSpPr>
          <p:nvPr/>
        </p:nvSpPr>
        <p:spPr>
          <a:xfrm xmlns:a="http://schemas.openxmlformats.org/drawingml/2006/main">
            <a:off x="1181100" y="3810000"/>
            <a:ext cx="6915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偶然の発見や自分だけの記録を残しにくい</a:t>
            </a:r>
          </a:p>
        </p:txBody>
      </p:sp>
      <p:sp>
        <p:nvSpPr>
          <p:cNvPr id="11" name="">
            <a:extLst xmlns:a="http://schemas.openxmlformats.org/drawingml/2006/main">
              <a:ext uri="{FF2B5EF4-FFF2-40B4-BE49-F238E27FC236}">
                <a16:creationId xmlns:a16="http://schemas.microsoft.com/office/drawing/2014/main" id="{3A0AC377-CA04-40D2-BCA9-76C438D61A44}"/>
              </a:ext>
            </a:extLst>
          </p:cNvPr>
          <p:cNvSpPr>
            <a:spLocks xmlns:a="http://schemas.openxmlformats.org/drawingml/2006/main" noGrp="1"/>
          </p:cNvSpPr>
          <p:nvPr/>
        </p:nvSpPr>
        <p:spPr>
          <a:xfrm xmlns:a="http://schemas.openxmlformats.org/drawingml/2006/main">
            <a:off x="8286750" y="2381250"/>
            <a:ext cx="25717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8E2DB"/>
            </a:solidFill>
            <a:prstDash val="solid"/>
          </a:ln>
        </p:spPr>
      </p:sp>
      <p:sp>
        <p:nvSpPr>
          <p:cNvPr id="12" name="">
            <a:extLst xmlns:a="http://schemas.openxmlformats.org/drawingml/2006/main">
              <a:ext uri="{FF2B5EF4-FFF2-40B4-BE49-F238E27FC236}">
                <a16:creationId xmlns:a16="http://schemas.microsoft.com/office/drawing/2014/main" id="{8E17B5C5-E762-4A8E-BFB2-B84B1A73CABA}"/>
              </a:ext>
            </a:extLst>
          </p:cNvPr>
          <p:cNvSpPr>
            <a:spLocks xmlns:a="http://schemas.openxmlformats.org/drawingml/2006/main" noGrp="1"/>
          </p:cNvSpPr>
          <p:nvPr/>
        </p:nvSpPr>
        <p:spPr>
          <a:xfrm xmlns:a="http://schemas.openxmlformats.org/drawingml/2006/main">
            <a:off x="8286750" y="2381250"/>
            <a:ext cx="76200" cy="2000250"/>
          </a:xfrm>
          <a:prstGeom xmlns:a="http://schemas.openxmlformats.org/drawingml/2006/main" prst="rect">
            <a:avLst/>
          </a:prstGeom>
          <a:solidFill xmlns:a="http://schemas.openxmlformats.org/drawingml/2006/main">
            <a:srgbClr val="E07A3F"/>
          </a:solidFill>
          <a:ln xmlns:a="http://schemas.openxmlformats.org/drawingml/2006/main" w="0">
            <a:solidFill>
              <a:srgbClr val="E07A3F"/>
            </a:solidFill>
            <a:prstDash val="solid"/>
          </a:ln>
        </p:spPr>
      </p:sp>
      <p:sp>
        <p:nvSpPr>
          <p:cNvPr id="13" name="">
            <a:extLst xmlns:a="http://schemas.openxmlformats.org/drawingml/2006/main">
              <a:ext uri="{FF2B5EF4-FFF2-40B4-BE49-F238E27FC236}">
                <a16:creationId xmlns:a16="http://schemas.microsoft.com/office/drawing/2014/main" id="{0B39E5FE-C40D-4C9E-A159-305D8B55BD67}"/>
              </a:ext>
            </a:extLst>
          </p:cNvPr>
          <p:cNvSpPr>
            <a:spLocks xmlns:a="http://schemas.openxmlformats.org/drawingml/2006/main" noGrp="1"/>
          </p:cNvSpPr>
          <p:nvPr/>
        </p:nvSpPr>
        <p:spPr>
          <a:xfrm xmlns:a="http://schemas.openxmlformats.org/drawingml/2006/main">
            <a:off x="8515350" y="2571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課題</a:t>
            </a:r>
          </a:p>
        </p:txBody>
      </p:sp>
      <p:sp>
        <p:nvSpPr>
          <p:cNvPr id="14" name="">
            <a:extLst xmlns:a="http://schemas.openxmlformats.org/drawingml/2006/main">
              <a:ext uri="{FF2B5EF4-FFF2-40B4-BE49-F238E27FC236}">
                <a16:creationId xmlns:a16="http://schemas.microsoft.com/office/drawing/2014/main" id="{BD0EE034-B667-46CD-AB52-59B44596D897}"/>
              </a:ext>
            </a:extLst>
          </p:cNvPr>
          <p:cNvSpPr>
            <a:spLocks xmlns:a="http://schemas.openxmlformats.org/drawingml/2006/main" noGrp="1"/>
          </p:cNvSpPr>
          <p:nvPr/>
        </p:nvSpPr>
        <p:spPr>
          <a:xfrm xmlns:a="http://schemas.openxmlformats.org/drawingml/2006/main">
            <a:off x="8515350" y="2990850"/>
            <a:ext cx="2114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場所そのものを面で比較・記録する仕組みが少ない</a:t>
            </a:r>
          </a:p>
        </p:txBody>
      </p:sp>
      <p:sp>
        <p:nvSpPr>
          <p:cNvPr id="15" name="">
            <a:extLst xmlns:a="http://schemas.openxmlformats.org/drawingml/2006/main">
              <a:ext uri="{FF2B5EF4-FFF2-40B4-BE49-F238E27FC236}">
                <a16:creationId xmlns:a16="http://schemas.microsoft.com/office/drawing/2014/main" id="{C80E39DF-C0C5-460B-AEFA-4E4D6A152A7B}"/>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02</a:t>
            </a:r>
          </a:p>
        </p:txBody>
      </p:sp>
    </p:spTree>
    <p:extLst>
      <p:ext uri="{BB962C8B-B14F-4D97-AF65-F5344CB8AC3E}">
        <p14:creationId xmlns:p14="http://schemas.microsoft.com/office/powerpoint/2010/main" val="318218870"/>
      </p:ext>
    </p:extLst>
  </p:cSld>
</p:sld>
</file>

<file path=ppt/slides/slide3.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FECE36-2C08-4571-AC41-A4901B6858B0}"/>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D057E874-5851-4901-8EAA-6E83F360337A}"/>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解決策</a:t>
            </a:r>
          </a:p>
        </p:txBody>
      </p:sp>
      <p:sp>
        <p:nvSpPr>
          <p:cNvPr id="3" name="">
            <a:extLst xmlns:a="http://schemas.openxmlformats.org/drawingml/2006/main">
              <a:ext uri="{FF2B5EF4-FFF2-40B4-BE49-F238E27FC236}">
                <a16:creationId xmlns:a16="http://schemas.microsoft.com/office/drawing/2014/main" id="{C76BD1A4-11A1-49AB-9B27-3249A6A39DDB}"/>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地図をグリッドに分け、エリアごとに評価する</a:t>
            </a:r>
          </a:p>
        </p:txBody>
      </p:sp>
      <p:sp>
        <p:nvSpPr>
          <p:cNvPr id="4" name="">
            <a:extLst xmlns:a="http://schemas.openxmlformats.org/drawingml/2006/main">
              <a:ext uri="{FF2B5EF4-FFF2-40B4-BE49-F238E27FC236}">
                <a16:creationId xmlns:a16="http://schemas.microsoft.com/office/drawing/2014/main" id="{192EDCDC-3114-4535-A0DB-4BE2141A8858}"/>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150B657B-EE3E-47DE-9EA9-35386ABA6F6F}"/>
              </a:ext>
            </a:extLst>
          </p:cNvPr>
          <p:cNvSpPr>
            <a:spLocks xmlns:a="http://schemas.openxmlformats.org/drawingml/2006/main" noGrp="1"/>
          </p:cNvSpPr>
          <p:nvPr/>
        </p:nvSpPr>
        <p:spPr>
          <a:xfrm xmlns:a="http://schemas.openxmlformats.org/drawingml/2006/main">
            <a:off x="876300" y="2428875"/>
            <a:ext cx="428625" cy="42862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6" name="">
            <a:extLst xmlns:a="http://schemas.openxmlformats.org/drawingml/2006/main">
              <a:ext uri="{FF2B5EF4-FFF2-40B4-BE49-F238E27FC236}">
                <a16:creationId xmlns:a16="http://schemas.microsoft.com/office/drawing/2014/main" id="{C3C5685B-AB11-48E2-B471-DF952ADBA96A}"/>
              </a:ext>
            </a:extLst>
          </p:cNvPr>
          <p:cNvSpPr>
            <a:spLocks xmlns:a="http://schemas.openxmlformats.org/drawingml/2006/main" noGrp="1"/>
          </p:cNvSpPr>
          <p:nvPr/>
        </p:nvSpPr>
        <p:spPr>
          <a:xfrm xmlns:a="http://schemas.openxmlformats.org/drawingml/2006/main">
            <a:off x="1333500" y="2428875"/>
            <a:ext cx="428625" cy="42862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7" name="">
            <a:extLst xmlns:a="http://schemas.openxmlformats.org/drawingml/2006/main">
              <a:ext uri="{FF2B5EF4-FFF2-40B4-BE49-F238E27FC236}">
                <a16:creationId xmlns:a16="http://schemas.microsoft.com/office/drawing/2014/main" id="{2C37ED26-8242-47AC-9BD4-94788B1A23D4}"/>
              </a:ext>
            </a:extLst>
          </p:cNvPr>
          <p:cNvSpPr>
            <a:spLocks xmlns:a="http://schemas.openxmlformats.org/drawingml/2006/main" noGrp="1"/>
          </p:cNvSpPr>
          <p:nvPr/>
        </p:nvSpPr>
        <p:spPr>
          <a:xfrm xmlns:a="http://schemas.openxmlformats.org/drawingml/2006/main">
            <a:off x="1790700" y="2428875"/>
            <a:ext cx="428625" cy="42862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8" name="">
            <a:extLst xmlns:a="http://schemas.openxmlformats.org/drawingml/2006/main">
              <a:ext uri="{FF2B5EF4-FFF2-40B4-BE49-F238E27FC236}">
                <a16:creationId xmlns:a16="http://schemas.microsoft.com/office/drawing/2014/main" id="{8FC8D712-14A1-4CCC-81BC-E24D4A8EC03C}"/>
              </a:ext>
            </a:extLst>
          </p:cNvPr>
          <p:cNvSpPr>
            <a:spLocks xmlns:a="http://schemas.openxmlformats.org/drawingml/2006/main" noGrp="1"/>
          </p:cNvSpPr>
          <p:nvPr/>
        </p:nvSpPr>
        <p:spPr>
          <a:xfrm xmlns:a="http://schemas.openxmlformats.org/drawingml/2006/main">
            <a:off x="2247900" y="2428875"/>
            <a:ext cx="428625" cy="42862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9" name="">
            <a:extLst xmlns:a="http://schemas.openxmlformats.org/drawingml/2006/main">
              <a:ext uri="{FF2B5EF4-FFF2-40B4-BE49-F238E27FC236}">
                <a16:creationId xmlns:a16="http://schemas.microsoft.com/office/drawing/2014/main" id="{C5D294B5-C6BA-4BF5-9462-CEB04CBA940E}"/>
              </a:ext>
            </a:extLst>
          </p:cNvPr>
          <p:cNvSpPr>
            <a:spLocks xmlns:a="http://schemas.openxmlformats.org/drawingml/2006/main" noGrp="1"/>
          </p:cNvSpPr>
          <p:nvPr/>
        </p:nvSpPr>
        <p:spPr>
          <a:xfrm xmlns:a="http://schemas.openxmlformats.org/drawingml/2006/main">
            <a:off x="2705100" y="2428875"/>
            <a:ext cx="428625" cy="42862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10" name="">
            <a:extLst xmlns:a="http://schemas.openxmlformats.org/drawingml/2006/main">
              <a:ext uri="{FF2B5EF4-FFF2-40B4-BE49-F238E27FC236}">
                <a16:creationId xmlns:a16="http://schemas.microsoft.com/office/drawing/2014/main" id="{F6D47636-4327-49C5-A0D6-B51FD442C133}"/>
              </a:ext>
            </a:extLst>
          </p:cNvPr>
          <p:cNvSpPr>
            <a:spLocks xmlns:a="http://schemas.openxmlformats.org/drawingml/2006/main" noGrp="1"/>
          </p:cNvSpPr>
          <p:nvPr/>
        </p:nvSpPr>
        <p:spPr>
          <a:xfrm xmlns:a="http://schemas.openxmlformats.org/drawingml/2006/main">
            <a:off x="3162300" y="2428875"/>
            <a:ext cx="428625" cy="42862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11" name="">
            <a:extLst xmlns:a="http://schemas.openxmlformats.org/drawingml/2006/main">
              <a:ext uri="{FF2B5EF4-FFF2-40B4-BE49-F238E27FC236}">
                <a16:creationId xmlns:a16="http://schemas.microsoft.com/office/drawing/2014/main" id="{5EC50F59-E504-4EA3-B97A-202A60F8F33B}"/>
              </a:ext>
            </a:extLst>
          </p:cNvPr>
          <p:cNvSpPr>
            <a:spLocks xmlns:a="http://schemas.openxmlformats.org/drawingml/2006/main" noGrp="1"/>
          </p:cNvSpPr>
          <p:nvPr/>
        </p:nvSpPr>
        <p:spPr>
          <a:xfrm xmlns:a="http://schemas.openxmlformats.org/drawingml/2006/main">
            <a:off x="3619500" y="2428875"/>
            <a:ext cx="428625" cy="42862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12" name="">
            <a:extLst xmlns:a="http://schemas.openxmlformats.org/drawingml/2006/main">
              <a:ext uri="{FF2B5EF4-FFF2-40B4-BE49-F238E27FC236}">
                <a16:creationId xmlns:a16="http://schemas.microsoft.com/office/drawing/2014/main" id="{F2DB0B22-BD37-41A7-9359-7E7ACF44D3C4}"/>
              </a:ext>
            </a:extLst>
          </p:cNvPr>
          <p:cNvSpPr>
            <a:spLocks xmlns:a="http://schemas.openxmlformats.org/drawingml/2006/main" noGrp="1"/>
          </p:cNvSpPr>
          <p:nvPr/>
        </p:nvSpPr>
        <p:spPr>
          <a:xfrm xmlns:a="http://schemas.openxmlformats.org/drawingml/2006/main">
            <a:off x="4076700" y="2428875"/>
            <a:ext cx="428625" cy="42862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13" name="">
            <a:extLst xmlns:a="http://schemas.openxmlformats.org/drawingml/2006/main">
              <a:ext uri="{FF2B5EF4-FFF2-40B4-BE49-F238E27FC236}">
                <a16:creationId xmlns:a16="http://schemas.microsoft.com/office/drawing/2014/main" id="{77A678B4-CC76-427F-A668-9D084DB00A51}"/>
              </a:ext>
            </a:extLst>
          </p:cNvPr>
          <p:cNvSpPr>
            <a:spLocks xmlns:a="http://schemas.openxmlformats.org/drawingml/2006/main" noGrp="1"/>
          </p:cNvSpPr>
          <p:nvPr/>
        </p:nvSpPr>
        <p:spPr>
          <a:xfrm xmlns:a="http://schemas.openxmlformats.org/drawingml/2006/main">
            <a:off x="876300" y="2886075"/>
            <a:ext cx="428625" cy="42862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14" name="">
            <a:extLst xmlns:a="http://schemas.openxmlformats.org/drawingml/2006/main">
              <a:ext uri="{FF2B5EF4-FFF2-40B4-BE49-F238E27FC236}">
                <a16:creationId xmlns:a16="http://schemas.microsoft.com/office/drawing/2014/main" id="{6A428BC4-D89E-4C4F-94AC-267DF7A6A952}"/>
              </a:ext>
            </a:extLst>
          </p:cNvPr>
          <p:cNvSpPr>
            <a:spLocks xmlns:a="http://schemas.openxmlformats.org/drawingml/2006/main" noGrp="1"/>
          </p:cNvSpPr>
          <p:nvPr/>
        </p:nvSpPr>
        <p:spPr>
          <a:xfrm xmlns:a="http://schemas.openxmlformats.org/drawingml/2006/main">
            <a:off x="1333500" y="2886075"/>
            <a:ext cx="428625" cy="42862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15" name="">
            <a:extLst xmlns:a="http://schemas.openxmlformats.org/drawingml/2006/main">
              <a:ext uri="{FF2B5EF4-FFF2-40B4-BE49-F238E27FC236}">
                <a16:creationId xmlns:a16="http://schemas.microsoft.com/office/drawing/2014/main" id="{CC266E14-4666-4724-B520-70993227F976}"/>
              </a:ext>
            </a:extLst>
          </p:cNvPr>
          <p:cNvSpPr>
            <a:spLocks xmlns:a="http://schemas.openxmlformats.org/drawingml/2006/main" noGrp="1"/>
          </p:cNvSpPr>
          <p:nvPr/>
        </p:nvSpPr>
        <p:spPr>
          <a:xfrm xmlns:a="http://schemas.openxmlformats.org/drawingml/2006/main">
            <a:off x="1790700" y="2886075"/>
            <a:ext cx="428625" cy="42862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16" name="">
            <a:extLst xmlns:a="http://schemas.openxmlformats.org/drawingml/2006/main">
              <a:ext uri="{FF2B5EF4-FFF2-40B4-BE49-F238E27FC236}">
                <a16:creationId xmlns:a16="http://schemas.microsoft.com/office/drawing/2014/main" id="{E09B952D-6FB8-48C9-92BC-F024D6A83554}"/>
              </a:ext>
            </a:extLst>
          </p:cNvPr>
          <p:cNvSpPr>
            <a:spLocks xmlns:a="http://schemas.openxmlformats.org/drawingml/2006/main" noGrp="1"/>
          </p:cNvSpPr>
          <p:nvPr/>
        </p:nvSpPr>
        <p:spPr>
          <a:xfrm xmlns:a="http://schemas.openxmlformats.org/drawingml/2006/main">
            <a:off x="2247900" y="2886075"/>
            <a:ext cx="428625" cy="42862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17" name="">
            <a:extLst xmlns:a="http://schemas.openxmlformats.org/drawingml/2006/main">
              <a:ext uri="{FF2B5EF4-FFF2-40B4-BE49-F238E27FC236}">
                <a16:creationId xmlns:a16="http://schemas.microsoft.com/office/drawing/2014/main" id="{8F6C1043-F0A1-4691-93A9-E90262267A17}"/>
              </a:ext>
            </a:extLst>
          </p:cNvPr>
          <p:cNvSpPr>
            <a:spLocks xmlns:a="http://schemas.openxmlformats.org/drawingml/2006/main" noGrp="1"/>
          </p:cNvSpPr>
          <p:nvPr/>
        </p:nvSpPr>
        <p:spPr>
          <a:xfrm xmlns:a="http://schemas.openxmlformats.org/drawingml/2006/main">
            <a:off x="2705100" y="2886075"/>
            <a:ext cx="428625" cy="42862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18" name="">
            <a:extLst xmlns:a="http://schemas.openxmlformats.org/drawingml/2006/main">
              <a:ext uri="{FF2B5EF4-FFF2-40B4-BE49-F238E27FC236}">
                <a16:creationId xmlns:a16="http://schemas.microsoft.com/office/drawing/2014/main" id="{099E7148-149A-43E5-89E5-BD2949D1D72A}"/>
              </a:ext>
            </a:extLst>
          </p:cNvPr>
          <p:cNvSpPr>
            <a:spLocks xmlns:a="http://schemas.openxmlformats.org/drawingml/2006/main" noGrp="1"/>
          </p:cNvSpPr>
          <p:nvPr/>
        </p:nvSpPr>
        <p:spPr>
          <a:xfrm xmlns:a="http://schemas.openxmlformats.org/drawingml/2006/main">
            <a:off x="3162300" y="2886075"/>
            <a:ext cx="428625" cy="42862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19" name="">
            <a:extLst xmlns:a="http://schemas.openxmlformats.org/drawingml/2006/main">
              <a:ext uri="{FF2B5EF4-FFF2-40B4-BE49-F238E27FC236}">
                <a16:creationId xmlns:a16="http://schemas.microsoft.com/office/drawing/2014/main" id="{A58EAA13-F2A3-478E-8AB1-637A9AA86185}"/>
              </a:ext>
            </a:extLst>
          </p:cNvPr>
          <p:cNvSpPr>
            <a:spLocks xmlns:a="http://schemas.openxmlformats.org/drawingml/2006/main" noGrp="1"/>
          </p:cNvSpPr>
          <p:nvPr/>
        </p:nvSpPr>
        <p:spPr>
          <a:xfrm xmlns:a="http://schemas.openxmlformats.org/drawingml/2006/main">
            <a:off x="3619500" y="2886075"/>
            <a:ext cx="428625" cy="42862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20" name="">
            <a:extLst xmlns:a="http://schemas.openxmlformats.org/drawingml/2006/main">
              <a:ext uri="{FF2B5EF4-FFF2-40B4-BE49-F238E27FC236}">
                <a16:creationId xmlns:a16="http://schemas.microsoft.com/office/drawing/2014/main" id="{7B3C1F16-B3CF-483C-B421-3AC66FCDDF6C}"/>
              </a:ext>
            </a:extLst>
          </p:cNvPr>
          <p:cNvSpPr>
            <a:spLocks xmlns:a="http://schemas.openxmlformats.org/drawingml/2006/main" noGrp="1"/>
          </p:cNvSpPr>
          <p:nvPr/>
        </p:nvSpPr>
        <p:spPr>
          <a:xfrm xmlns:a="http://schemas.openxmlformats.org/drawingml/2006/main">
            <a:off x="4076700" y="2886075"/>
            <a:ext cx="428625" cy="42862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21" name="">
            <a:extLst xmlns:a="http://schemas.openxmlformats.org/drawingml/2006/main">
              <a:ext uri="{FF2B5EF4-FFF2-40B4-BE49-F238E27FC236}">
                <a16:creationId xmlns:a16="http://schemas.microsoft.com/office/drawing/2014/main" id="{F0716E25-9D10-4861-8B39-921A6BB621DA}"/>
              </a:ext>
            </a:extLst>
          </p:cNvPr>
          <p:cNvSpPr>
            <a:spLocks xmlns:a="http://schemas.openxmlformats.org/drawingml/2006/main" noGrp="1"/>
          </p:cNvSpPr>
          <p:nvPr/>
        </p:nvSpPr>
        <p:spPr>
          <a:xfrm xmlns:a="http://schemas.openxmlformats.org/drawingml/2006/main">
            <a:off x="876300" y="3343275"/>
            <a:ext cx="428625" cy="42862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22" name="">
            <a:extLst xmlns:a="http://schemas.openxmlformats.org/drawingml/2006/main">
              <a:ext uri="{FF2B5EF4-FFF2-40B4-BE49-F238E27FC236}">
                <a16:creationId xmlns:a16="http://schemas.microsoft.com/office/drawing/2014/main" id="{4304ACD9-DBE3-43B9-9CD8-B568E1F1EE1B}"/>
              </a:ext>
            </a:extLst>
          </p:cNvPr>
          <p:cNvSpPr>
            <a:spLocks xmlns:a="http://schemas.openxmlformats.org/drawingml/2006/main" noGrp="1"/>
          </p:cNvSpPr>
          <p:nvPr/>
        </p:nvSpPr>
        <p:spPr>
          <a:xfrm xmlns:a="http://schemas.openxmlformats.org/drawingml/2006/main">
            <a:off x="1333500" y="3343275"/>
            <a:ext cx="428625" cy="42862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23" name="">
            <a:extLst xmlns:a="http://schemas.openxmlformats.org/drawingml/2006/main">
              <a:ext uri="{FF2B5EF4-FFF2-40B4-BE49-F238E27FC236}">
                <a16:creationId xmlns:a16="http://schemas.microsoft.com/office/drawing/2014/main" id="{12FDD872-9626-428E-B4C3-7F1CB6E6512C}"/>
              </a:ext>
            </a:extLst>
          </p:cNvPr>
          <p:cNvSpPr>
            <a:spLocks xmlns:a="http://schemas.openxmlformats.org/drawingml/2006/main" noGrp="1"/>
          </p:cNvSpPr>
          <p:nvPr/>
        </p:nvSpPr>
        <p:spPr>
          <a:xfrm xmlns:a="http://schemas.openxmlformats.org/drawingml/2006/main">
            <a:off x="1790700" y="3343275"/>
            <a:ext cx="428625" cy="42862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24" name="">
            <a:extLst xmlns:a="http://schemas.openxmlformats.org/drawingml/2006/main">
              <a:ext uri="{FF2B5EF4-FFF2-40B4-BE49-F238E27FC236}">
                <a16:creationId xmlns:a16="http://schemas.microsoft.com/office/drawing/2014/main" id="{2297063F-85B2-4BAE-BD32-5110E424914A}"/>
              </a:ext>
            </a:extLst>
          </p:cNvPr>
          <p:cNvSpPr>
            <a:spLocks xmlns:a="http://schemas.openxmlformats.org/drawingml/2006/main" noGrp="1"/>
          </p:cNvSpPr>
          <p:nvPr/>
        </p:nvSpPr>
        <p:spPr>
          <a:xfrm xmlns:a="http://schemas.openxmlformats.org/drawingml/2006/main">
            <a:off x="2247900" y="3343275"/>
            <a:ext cx="428625" cy="42862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25" name="">
            <a:extLst xmlns:a="http://schemas.openxmlformats.org/drawingml/2006/main">
              <a:ext uri="{FF2B5EF4-FFF2-40B4-BE49-F238E27FC236}">
                <a16:creationId xmlns:a16="http://schemas.microsoft.com/office/drawing/2014/main" id="{A569777D-FBB7-4D71-A4FD-EAED1264C313}"/>
              </a:ext>
            </a:extLst>
          </p:cNvPr>
          <p:cNvSpPr>
            <a:spLocks xmlns:a="http://schemas.openxmlformats.org/drawingml/2006/main" noGrp="1"/>
          </p:cNvSpPr>
          <p:nvPr/>
        </p:nvSpPr>
        <p:spPr>
          <a:xfrm xmlns:a="http://schemas.openxmlformats.org/drawingml/2006/main">
            <a:off x="2705100" y="3343275"/>
            <a:ext cx="428625" cy="42862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26" name="">
            <a:extLst xmlns:a="http://schemas.openxmlformats.org/drawingml/2006/main">
              <a:ext uri="{FF2B5EF4-FFF2-40B4-BE49-F238E27FC236}">
                <a16:creationId xmlns:a16="http://schemas.microsoft.com/office/drawing/2014/main" id="{06A3FAF3-2443-4365-A5F8-4AFB028DA88F}"/>
              </a:ext>
            </a:extLst>
          </p:cNvPr>
          <p:cNvSpPr>
            <a:spLocks xmlns:a="http://schemas.openxmlformats.org/drawingml/2006/main" noGrp="1"/>
          </p:cNvSpPr>
          <p:nvPr/>
        </p:nvSpPr>
        <p:spPr>
          <a:xfrm xmlns:a="http://schemas.openxmlformats.org/drawingml/2006/main">
            <a:off x="3162300" y="3343275"/>
            <a:ext cx="428625" cy="42862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27" name="">
            <a:extLst xmlns:a="http://schemas.openxmlformats.org/drawingml/2006/main">
              <a:ext uri="{FF2B5EF4-FFF2-40B4-BE49-F238E27FC236}">
                <a16:creationId xmlns:a16="http://schemas.microsoft.com/office/drawing/2014/main" id="{AC6AF515-0FE1-4447-B7A3-7DF526549269}"/>
              </a:ext>
            </a:extLst>
          </p:cNvPr>
          <p:cNvSpPr>
            <a:spLocks xmlns:a="http://schemas.openxmlformats.org/drawingml/2006/main" noGrp="1"/>
          </p:cNvSpPr>
          <p:nvPr/>
        </p:nvSpPr>
        <p:spPr>
          <a:xfrm xmlns:a="http://schemas.openxmlformats.org/drawingml/2006/main">
            <a:off x="3619500" y="3343275"/>
            <a:ext cx="428625" cy="42862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28" name="">
            <a:extLst xmlns:a="http://schemas.openxmlformats.org/drawingml/2006/main">
              <a:ext uri="{FF2B5EF4-FFF2-40B4-BE49-F238E27FC236}">
                <a16:creationId xmlns:a16="http://schemas.microsoft.com/office/drawing/2014/main" id="{AD9FDDE4-1DA5-44F5-A491-046A07A58A5F}"/>
              </a:ext>
            </a:extLst>
          </p:cNvPr>
          <p:cNvSpPr>
            <a:spLocks xmlns:a="http://schemas.openxmlformats.org/drawingml/2006/main" noGrp="1"/>
          </p:cNvSpPr>
          <p:nvPr/>
        </p:nvSpPr>
        <p:spPr>
          <a:xfrm xmlns:a="http://schemas.openxmlformats.org/drawingml/2006/main">
            <a:off x="4076700" y="3343275"/>
            <a:ext cx="428625" cy="42862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29" name="">
            <a:extLst xmlns:a="http://schemas.openxmlformats.org/drawingml/2006/main">
              <a:ext uri="{FF2B5EF4-FFF2-40B4-BE49-F238E27FC236}">
                <a16:creationId xmlns:a16="http://schemas.microsoft.com/office/drawing/2014/main" id="{B284B1B5-A47A-4032-B067-57D39EE14CEA}"/>
              </a:ext>
            </a:extLst>
          </p:cNvPr>
          <p:cNvSpPr>
            <a:spLocks xmlns:a="http://schemas.openxmlformats.org/drawingml/2006/main" noGrp="1"/>
          </p:cNvSpPr>
          <p:nvPr/>
        </p:nvSpPr>
        <p:spPr>
          <a:xfrm xmlns:a="http://schemas.openxmlformats.org/drawingml/2006/main">
            <a:off x="876300" y="3800475"/>
            <a:ext cx="428625" cy="42862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30" name="">
            <a:extLst xmlns:a="http://schemas.openxmlformats.org/drawingml/2006/main">
              <a:ext uri="{FF2B5EF4-FFF2-40B4-BE49-F238E27FC236}">
                <a16:creationId xmlns:a16="http://schemas.microsoft.com/office/drawing/2014/main" id="{A6EE6DD3-68D8-418D-97D7-822DBF748890}"/>
              </a:ext>
            </a:extLst>
          </p:cNvPr>
          <p:cNvSpPr>
            <a:spLocks xmlns:a="http://schemas.openxmlformats.org/drawingml/2006/main" noGrp="1"/>
          </p:cNvSpPr>
          <p:nvPr/>
        </p:nvSpPr>
        <p:spPr>
          <a:xfrm xmlns:a="http://schemas.openxmlformats.org/drawingml/2006/main">
            <a:off x="1333500" y="3800475"/>
            <a:ext cx="428625" cy="42862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31" name="">
            <a:extLst xmlns:a="http://schemas.openxmlformats.org/drawingml/2006/main">
              <a:ext uri="{FF2B5EF4-FFF2-40B4-BE49-F238E27FC236}">
                <a16:creationId xmlns:a16="http://schemas.microsoft.com/office/drawing/2014/main" id="{5914F1AE-2FE2-4BA1-9122-98BD98EDC2EE}"/>
              </a:ext>
            </a:extLst>
          </p:cNvPr>
          <p:cNvSpPr>
            <a:spLocks xmlns:a="http://schemas.openxmlformats.org/drawingml/2006/main" noGrp="1"/>
          </p:cNvSpPr>
          <p:nvPr/>
        </p:nvSpPr>
        <p:spPr>
          <a:xfrm xmlns:a="http://schemas.openxmlformats.org/drawingml/2006/main">
            <a:off x="1790700" y="3800475"/>
            <a:ext cx="428625" cy="42862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32" name="">
            <a:extLst xmlns:a="http://schemas.openxmlformats.org/drawingml/2006/main">
              <a:ext uri="{FF2B5EF4-FFF2-40B4-BE49-F238E27FC236}">
                <a16:creationId xmlns:a16="http://schemas.microsoft.com/office/drawing/2014/main" id="{342F9484-CC54-4A18-BA89-71E60FA1C2F5}"/>
              </a:ext>
            </a:extLst>
          </p:cNvPr>
          <p:cNvSpPr>
            <a:spLocks xmlns:a="http://schemas.openxmlformats.org/drawingml/2006/main" noGrp="1"/>
          </p:cNvSpPr>
          <p:nvPr/>
        </p:nvSpPr>
        <p:spPr>
          <a:xfrm xmlns:a="http://schemas.openxmlformats.org/drawingml/2006/main">
            <a:off x="2247900" y="3800475"/>
            <a:ext cx="428625" cy="42862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33" name="">
            <a:extLst xmlns:a="http://schemas.openxmlformats.org/drawingml/2006/main">
              <a:ext uri="{FF2B5EF4-FFF2-40B4-BE49-F238E27FC236}">
                <a16:creationId xmlns:a16="http://schemas.microsoft.com/office/drawing/2014/main" id="{EBB9A586-485D-4388-8ABC-455632082ABE}"/>
              </a:ext>
            </a:extLst>
          </p:cNvPr>
          <p:cNvSpPr>
            <a:spLocks xmlns:a="http://schemas.openxmlformats.org/drawingml/2006/main" noGrp="1"/>
          </p:cNvSpPr>
          <p:nvPr/>
        </p:nvSpPr>
        <p:spPr>
          <a:xfrm xmlns:a="http://schemas.openxmlformats.org/drawingml/2006/main">
            <a:off x="2705100" y="3800475"/>
            <a:ext cx="428625" cy="42862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34" name="">
            <a:extLst xmlns:a="http://schemas.openxmlformats.org/drawingml/2006/main">
              <a:ext uri="{FF2B5EF4-FFF2-40B4-BE49-F238E27FC236}">
                <a16:creationId xmlns:a16="http://schemas.microsoft.com/office/drawing/2014/main" id="{C9FA5232-7770-42C3-84A9-3C1018DE5760}"/>
              </a:ext>
            </a:extLst>
          </p:cNvPr>
          <p:cNvSpPr>
            <a:spLocks xmlns:a="http://schemas.openxmlformats.org/drawingml/2006/main" noGrp="1"/>
          </p:cNvSpPr>
          <p:nvPr/>
        </p:nvSpPr>
        <p:spPr>
          <a:xfrm xmlns:a="http://schemas.openxmlformats.org/drawingml/2006/main">
            <a:off x="3162300" y="3800475"/>
            <a:ext cx="428625" cy="42862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35" name="">
            <a:extLst xmlns:a="http://schemas.openxmlformats.org/drawingml/2006/main">
              <a:ext uri="{FF2B5EF4-FFF2-40B4-BE49-F238E27FC236}">
                <a16:creationId xmlns:a16="http://schemas.microsoft.com/office/drawing/2014/main" id="{02BD4788-11FD-4E75-BE86-B2984AECEE6A}"/>
              </a:ext>
            </a:extLst>
          </p:cNvPr>
          <p:cNvSpPr>
            <a:spLocks xmlns:a="http://schemas.openxmlformats.org/drawingml/2006/main" noGrp="1"/>
          </p:cNvSpPr>
          <p:nvPr/>
        </p:nvSpPr>
        <p:spPr>
          <a:xfrm xmlns:a="http://schemas.openxmlformats.org/drawingml/2006/main">
            <a:off x="3619500" y="3800475"/>
            <a:ext cx="428625" cy="428625"/>
          </a:xfrm>
          <a:prstGeom xmlns:a="http://schemas.openxmlformats.org/drawingml/2006/main" prst="rect">
            <a:avLst/>
          </a:prstGeom>
          <a:solidFill xmlns:a="http://schemas.openxmlformats.org/drawingml/2006/main">
            <a:srgbClr val="EDF3E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1</a:t>
            </a:r>
          </a:p>
        </p:txBody>
      </p:sp>
      <p:sp>
        <p:nvSpPr>
          <p:cNvPr id="36" name="">
            <a:extLst xmlns:a="http://schemas.openxmlformats.org/drawingml/2006/main">
              <a:ext uri="{FF2B5EF4-FFF2-40B4-BE49-F238E27FC236}">
                <a16:creationId xmlns:a16="http://schemas.microsoft.com/office/drawing/2014/main" id="{BFDE26E0-A1C1-488D-BD1F-81645778D127}"/>
              </a:ext>
            </a:extLst>
          </p:cNvPr>
          <p:cNvSpPr>
            <a:spLocks xmlns:a="http://schemas.openxmlformats.org/drawingml/2006/main" noGrp="1"/>
          </p:cNvSpPr>
          <p:nvPr/>
        </p:nvSpPr>
        <p:spPr>
          <a:xfrm xmlns:a="http://schemas.openxmlformats.org/drawingml/2006/main">
            <a:off x="4076700" y="3800475"/>
            <a:ext cx="428625" cy="428625"/>
          </a:xfrm>
          <a:prstGeom xmlns:a="http://schemas.openxmlformats.org/drawingml/2006/main" prst="rect">
            <a:avLst/>
          </a:prstGeom>
          <a:solidFill xmlns:a="http://schemas.openxmlformats.org/drawingml/2006/main">
            <a:srgbClr val="A9D6BC"/>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4</a:t>
            </a:r>
          </a:p>
        </p:txBody>
      </p:sp>
      <p:sp>
        <p:nvSpPr>
          <p:cNvPr id="37" name="">
            <a:extLst xmlns:a="http://schemas.openxmlformats.org/drawingml/2006/main">
              <a:ext uri="{FF2B5EF4-FFF2-40B4-BE49-F238E27FC236}">
                <a16:creationId xmlns:a16="http://schemas.microsoft.com/office/drawing/2014/main" id="{C192BDD0-87B1-4CDD-A9F9-5C46755A08CD}"/>
              </a:ext>
            </a:extLst>
          </p:cNvPr>
          <p:cNvSpPr>
            <a:spLocks xmlns:a="http://schemas.openxmlformats.org/drawingml/2006/main" noGrp="1"/>
          </p:cNvSpPr>
          <p:nvPr/>
        </p:nvSpPr>
        <p:spPr>
          <a:xfrm xmlns:a="http://schemas.openxmlformats.org/drawingml/2006/main">
            <a:off x="876300" y="4257675"/>
            <a:ext cx="428625" cy="428625"/>
          </a:xfrm>
          <a:prstGeom xmlns:a="http://schemas.openxmlformats.org/drawingml/2006/main" prst="rect">
            <a:avLst/>
          </a:prstGeom>
          <a:solidFill xmlns:a="http://schemas.openxmlformats.org/drawingml/2006/main">
            <a:srgbClr val="EFB060"/>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7</a:t>
            </a:r>
          </a:p>
        </p:txBody>
      </p:sp>
      <p:sp>
        <p:nvSpPr>
          <p:cNvPr id="38" name="">
            <a:extLst xmlns:a="http://schemas.openxmlformats.org/drawingml/2006/main">
              <a:ext uri="{FF2B5EF4-FFF2-40B4-BE49-F238E27FC236}">
                <a16:creationId xmlns:a16="http://schemas.microsoft.com/office/drawing/2014/main" id="{ABD6C8B3-DCD6-4FD1-B004-FA44D08CAF4E}"/>
              </a:ext>
            </a:extLst>
          </p:cNvPr>
          <p:cNvSpPr>
            <a:spLocks xmlns:a="http://schemas.openxmlformats.org/drawingml/2006/main" noGrp="1"/>
          </p:cNvSpPr>
          <p:nvPr/>
        </p:nvSpPr>
        <p:spPr>
          <a:xfrm xmlns:a="http://schemas.openxmlformats.org/drawingml/2006/main">
            <a:off x="1333500" y="4257675"/>
            <a:ext cx="428625" cy="428625"/>
          </a:xfrm>
          <a:prstGeom xmlns:a="http://schemas.openxmlformats.org/drawingml/2006/main" prst="rect">
            <a:avLst/>
          </a:prstGeom>
          <a:solidFill xmlns:a="http://schemas.openxmlformats.org/drawingml/2006/main">
            <a:srgbClr val="9D424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10</a:t>
            </a:r>
          </a:p>
        </p:txBody>
      </p:sp>
      <p:sp>
        <p:nvSpPr>
          <p:cNvPr id="39" name="">
            <a:extLst xmlns:a="http://schemas.openxmlformats.org/drawingml/2006/main">
              <a:ext uri="{FF2B5EF4-FFF2-40B4-BE49-F238E27FC236}">
                <a16:creationId xmlns:a16="http://schemas.microsoft.com/office/drawing/2014/main" id="{0B9DC0BD-6985-4113-9434-D7A199FECA98}"/>
              </a:ext>
            </a:extLst>
          </p:cNvPr>
          <p:cNvSpPr>
            <a:spLocks xmlns:a="http://schemas.openxmlformats.org/drawingml/2006/main" noGrp="1"/>
          </p:cNvSpPr>
          <p:nvPr/>
        </p:nvSpPr>
        <p:spPr>
          <a:xfrm xmlns:a="http://schemas.openxmlformats.org/drawingml/2006/main">
            <a:off x="1790700" y="4257675"/>
            <a:ext cx="428625" cy="428625"/>
          </a:xfrm>
          <a:prstGeom xmlns:a="http://schemas.openxmlformats.org/drawingml/2006/main" prst="rect">
            <a:avLst/>
          </a:prstGeom>
          <a:solidFill xmlns:a="http://schemas.openxmlformats.org/drawingml/2006/main">
            <a:srgbClr val="C8E6D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3</a:t>
            </a:r>
          </a:p>
        </p:txBody>
      </p:sp>
      <p:sp>
        <p:nvSpPr>
          <p:cNvPr id="40" name="">
            <a:extLst xmlns:a="http://schemas.openxmlformats.org/drawingml/2006/main">
              <a:ext uri="{FF2B5EF4-FFF2-40B4-BE49-F238E27FC236}">
                <a16:creationId xmlns:a16="http://schemas.microsoft.com/office/drawing/2014/main" id="{3CF59285-02B7-4863-AB51-7F17E0DD8C72}"/>
              </a:ext>
            </a:extLst>
          </p:cNvPr>
          <p:cNvSpPr>
            <a:spLocks xmlns:a="http://schemas.openxmlformats.org/drawingml/2006/main" noGrp="1"/>
          </p:cNvSpPr>
          <p:nvPr/>
        </p:nvSpPr>
        <p:spPr>
          <a:xfrm xmlns:a="http://schemas.openxmlformats.org/drawingml/2006/main">
            <a:off x="2247900" y="4257675"/>
            <a:ext cx="428625" cy="428625"/>
          </a:xfrm>
          <a:prstGeom xmlns:a="http://schemas.openxmlformats.org/drawingml/2006/main" prst="rect">
            <a:avLst/>
          </a:prstGeom>
          <a:solidFill xmlns:a="http://schemas.openxmlformats.org/drawingml/2006/main">
            <a:srgbClr val="F0D77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6</a:t>
            </a:r>
          </a:p>
        </p:txBody>
      </p:sp>
      <p:sp>
        <p:nvSpPr>
          <p:cNvPr id="41" name="">
            <a:extLst xmlns:a="http://schemas.openxmlformats.org/drawingml/2006/main">
              <a:ext uri="{FF2B5EF4-FFF2-40B4-BE49-F238E27FC236}">
                <a16:creationId xmlns:a16="http://schemas.microsoft.com/office/drawing/2014/main" id="{46022DBC-8E0B-4A7D-96AE-6E19C8A9EB8B}"/>
              </a:ext>
            </a:extLst>
          </p:cNvPr>
          <p:cNvSpPr>
            <a:spLocks xmlns:a="http://schemas.openxmlformats.org/drawingml/2006/main" noGrp="1"/>
          </p:cNvSpPr>
          <p:nvPr/>
        </p:nvSpPr>
        <p:spPr>
          <a:xfrm xmlns:a="http://schemas.openxmlformats.org/drawingml/2006/main">
            <a:off x="2705100" y="4257675"/>
            <a:ext cx="428625" cy="428625"/>
          </a:xfrm>
          <a:prstGeom xmlns:a="http://schemas.openxmlformats.org/drawingml/2006/main" prst="rect">
            <a:avLst/>
          </a:prstGeom>
          <a:solidFill xmlns:a="http://schemas.openxmlformats.org/drawingml/2006/main">
            <a:srgbClr val="C85D5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9</a:t>
            </a:r>
          </a:p>
        </p:txBody>
      </p:sp>
      <p:sp>
        <p:nvSpPr>
          <p:cNvPr id="42" name="">
            <a:extLst xmlns:a="http://schemas.openxmlformats.org/drawingml/2006/main">
              <a:ext uri="{FF2B5EF4-FFF2-40B4-BE49-F238E27FC236}">
                <a16:creationId xmlns:a16="http://schemas.microsoft.com/office/drawing/2014/main" id="{C9FBB9F1-7E08-4E8A-916A-EC922A03A649}"/>
              </a:ext>
            </a:extLst>
          </p:cNvPr>
          <p:cNvSpPr>
            <a:spLocks xmlns:a="http://schemas.openxmlformats.org/drawingml/2006/main" noGrp="1"/>
          </p:cNvSpPr>
          <p:nvPr/>
        </p:nvSpPr>
        <p:spPr>
          <a:xfrm xmlns:a="http://schemas.openxmlformats.org/drawingml/2006/main">
            <a:off x="3162300" y="4257675"/>
            <a:ext cx="428625" cy="428625"/>
          </a:xfrm>
          <a:prstGeom xmlns:a="http://schemas.openxmlformats.org/drawingml/2006/main" prst="rect">
            <a:avLst/>
          </a:prstGeom>
          <a:solidFill xmlns:a="http://schemas.openxmlformats.org/drawingml/2006/main">
            <a:srgbClr val="DCEFE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2</a:t>
            </a:r>
          </a:p>
        </p:txBody>
      </p:sp>
      <p:sp>
        <p:nvSpPr>
          <p:cNvPr id="43" name="">
            <a:extLst xmlns:a="http://schemas.openxmlformats.org/drawingml/2006/main">
              <a:ext uri="{FF2B5EF4-FFF2-40B4-BE49-F238E27FC236}">
                <a16:creationId xmlns:a16="http://schemas.microsoft.com/office/drawing/2014/main" id="{E71BC859-F073-4194-B5A1-75C989A9FF85}"/>
              </a:ext>
            </a:extLst>
          </p:cNvPr>
          <p:cNvSpPr>
            <a:spLocks xmlns:a="http://schemas.openxmlformats.org/drawingml/2006/main" noGrp="1"/>
          </p:cNvSpPr>
          <p:nvPr/>
        </p:nvSpPr>
        <p:spPr>
          <a:xfrm xmlns:a="http://schemas.openxmlformats.org/drawingml/2006/main">
            <a:off x="3619500" y="4257675"/>
            <a:ext cx="428625" cy="428625"/>
          </a:xfrm>
          <a:prstGeom xmlns:a="http://schemas.openxmlformats.org/drawingml/2006/main" prst="rect">
            <a:avLst/>
          </a:prstGeom>
          <a:solidFill xmlns:a="http://schemas.openxmlformats.org/drawingml/2006/main">
            <a:srgbClr val="83C99E"/>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10251B"/>
                </a:solidFill>
              </a:defRPr>
            </a:pPr>
            <a:r>
              <a:rPr sz="975" b="1">
                <a:solidFill>
                  <a:srgbClr val="10251B"/>
                </a:solidFill>
              </a:rPr>
              <a:t>5</a:t>
            </a:r>
          </a:p>
        </p:txBody>
      </p:sp>
      <p:sp>
        <p:nvSpPr>
          <p:cNvPr id="44" name="">
            <a:extLst xmlns:a="http://schemas.openxmlformats.org/drawingml/2006/main">
              <a:ext uri="{FF2B5EF4-FFF2-40B4-BE49-F238E27FC236}">
                <a16:creationId xmlns:a16="http://schemas.microsoft.com/office/drawing/2014/main" id="{BC6610B6-B3C6-4B97-8493-DEEC5D883D76}"/>
              </a:ext>
            </a:extLst>
          </p:cNvPr>
          <p:cNvSpPr>
            <a:spLocks xmlns:a="http://schemas.openxmlformats.org/drawingml/2006/main" noGrp="1"/>
          </p:cNvSpPr>
          <p:nvPr/>
        </p:nvSpPr>
        <p:spPr>
          <a:xfrm xmlns:a="http://schemas.openxmlformats.org/drawingml/2006/main">
            <a:off x="4076700" y="4257675"/>
            <a:ext cx="428625" cy="428625"/>
          </a:xfrm>
          <a:prstGeom xmlns:a="http://schemas.openxmlformats.org/drawingml/2006/main" prst="rect">
            <a:avLst/>
          </a:prstGeom>
          <a:solidFill xmlns:a="http://schemas.openxmlformats.org/drawingml/2006/main">
            <a:srgbClr val="DF8359"/>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8</a:t>
            </a:r>
          </a:p>
        </p:txBody>
      </p:sp>
      <p:sp>
        <p:nvSpPr>
          <p:cNvPr id="45" name="">
            <a:extLst xmlns:a="http://schemas.openxmlformats.org/drawingml/2006/main">
              <a:ext uri="{FF2B5EF4-FFF2-40B4-BE49-F238E27FC236}">
                <a16:creationId xmlns:a16="http://schemas.microsoft.com/office/drawing/2014/main" id="{8D8F1C54-B2B7-4A88-8B83-AAD9950AB8C5}"/>
              </a:ext>
            </a:extLst>
          </p:cNvPr>
          <p:cNvSpPr>
            <a:spLocks xmlns:a="http://schemas.openxmlformats.org/drawingml/2006/main" noGrp="1"/>
          </p:cNvSpPr>
          <p:nvPr/>
        </p:nvSpPr>
        <p:spPr>
          <a:xfrm xmlns:a="http://schemas.openxmlformats.org/drawingml/2006/main">
            <a:off x="781050" y="2333625"/>
            <a:ext cx="3724275" cy="2352675"/>
          </a:xfrm>
          <a:prstGeom xmlns:a="http://schemas.openxmlformats.org/drawingml/2006/main" prst="rect">
            <a:avLst/>
          </a:prstGeom>
          <a:noFill xmlns:a="http://schemas.openxmlformats.org/drawingml/2006/main"/>
          <a:ln xmlns:a="http://schemas.openxmlformats.org/drawingml/2006/main" w="19050">
            <a:solidFill>
              <a:srgbClr val="2F7D4F"/>
            </a:solidFill>
            <a:prstDash val="solid"/>
          </a:ln>
        </p:spPr>
      </p:sp>
      <p:sp>
        <p:nvSpPr>
          <p:cNvPr id="46" name="">
            <a:extLst xmlns:a="http://schemas.openxmlformats.org/drawingml/2006/main">
              <a:ext uri="{FF2B5EF4-FFF2-40B4-BE49-F238E27FC236}">
                <a16:creationId xmlns:a16="http://schemas.microsoft.com/office/drawing/2014/main" id="{87540F8A-3BE8-4855-BE7F-3DCFA3E46BDF}"/>
              </a:ext>
            </a:extLst>
          </p:cNvPr>
          <p:cNvSpPr>
            <a:spLocks xmlns:a="http://schemas.openxmlformats.org/drawingml/2006/main" noGrp="1"/>
          </p:cNvSpPr>
          <p:nvPr/>
        </p:nvSpPr>
        <p:spPr>
          <a:xfrm xmlns:a="http://schemas.openxmlformats.org/drawingml/2006/main">
            <a:off x="5715000" y="2457450"/>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9D39419-625B-4F0A-A402-2EA94FC9633E}"/>
              </a:ext>
            </a:extLst>
          </p:cNvPr>
          <p:cNvSpPr>
            <a:spLocks xmlns:a="http://schemas.openxmlformats.org/drawingml/2006/main" noGrp="1"/>
          </p:cNvSpPr>
          <p:nvPr/>
        </p:nvSpPr>
        <p:spPr>
          <a:xfrm xmlns:a="http://schemas.openxmlformats.org/drawingml/2006/main">
            <a:off x="6038850" y="2381250"/>
            <a:ext cx="5010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指定した範囲をマス目に分割</a:t>
            </a:r>
          </a:p>
        </p:txBody>
      </p:sp>
      <p:sp>
        <p:nvSpPr>
          <p:cNvPr id="48" name="">
            <a:extLst xmlns:a="http://schemas.openxmlformats.org/drawingml/2006/main">
              <a:ext uri="{FF2B5EF4-FFF2-40B4-BE49-F238E27FC236}">
                <a16:creationId xmlns:a16="http://schemas.microsoft.com/office/drawing/2014/main" id="{8EBE4E9A-231E-48CC-AD3E-E357F4E9977E}"/>
              </a:ext>
            </a:extLst>
          </p:cNvPr>
          <p:cNvSpPr>
            <a:spLocks xmlns:a="http://schemas.openxmlformats.org/drawingml/2006/main" noGrp="1"/>
          </p:cNvSpPr>
          <p:nvPr/>
        </p:nvSpPr>
        <p:spPr>
          <a:xfrm xmlns:a="http://schemas.openxmlformats.org/drawingml/2006/main">
            <a:off x="5715000" y="3143250"/>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F890EFE-5B8B-481C-B4DD-84DDDABB6C34}"/>
              </a:ext>
            </a:extLst>
          </p:cNvPr>
          <p:cNvSpPr>
            <a:spLocks xmlns:a="http://schemas.openxmlformats.org/drawingml/2006/main" noGrp="1"/>
          </p:cNvSpPr>
          <p:nvPr/>
        </p:nvSpPr>
        <p:spPr>
          <a:xfrm xmlns:a="http://schemas.openxmlformats.org/drawingml/2006/main">
            <a:off x="6038850" y="3067050"/>
            <a:ext cx="5010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1マスごとにスコアとコメントを記録</a:t>
            </a:r>
          </a:p>
        </p:txBody>
      </p:sp>
      <p:sp>
        <p:nvSpPr>
          <p:cNvPr id="50" name="">
            <a:extLst xmlns:a="http://schemas.openxmlformats.org/drawingml/2006/main">
              <a:ext uri="{FF2B5EF4-FFF2-40B4-BE49-F238E27FC236}">
                <a16:creationId xmlns:a16="http://schemas.microsoft.com/office/drawing/2014/main" id="{2A484A1D-6773-4554-B626-996E4B287C77}"/>
              </a:ext>
            </a:extLst>
          </p:cNvPr>
          <p:cNvSpPr>
            <a:spLocks xmlns:a="http://schemas.openxmlformats.org/drawingml/2006/main" noGrp="1"/>
          </p:cNvSpPr>
          <p:nvPr/>
        </p:nvSpPr>
        <p:spPr>
          <a:xfrm xmlns:a="http://schemas.openxmlformats.org/drawingml/2006/main">
            <a:off x="5715000" y="3829050"/>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3C07B07-A8A6-4EB1-83DC-7212E2F14755}"/>
              </a:ext>
            </a:extLst>
          </p:cNvPr>
          <p:cNvSpPr>
            <a:spLocks xmlns:a="http://schemas.openxmlformats.org/drawingml/2006/main" noGrp="1"/>
          </p:cNvSpPr>
          <p:nvPr/>
        </p:nvSpPr>
        <p:spPr>
          <a:xfrm xmlns:a="http://schemas.openxmlformats.org/drawingml/2006/main">
            <a:off x="6038850" y="3752850"/>
            <a:ext cx="5010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点数に応じて色分けし、分布を見える化</a:t>
            </a:r>
          </a:p>
        </p:txBody>
      </p:sp>
      <p:sp>
        <p:nvSpPr>
          <p:cNvPr id="52" name="">
            <a:extLst xmlns:a="http://schemas.openxmlformats.org/drawingml/2006/main">
              <a:ext uri="{FF2B5EF4-FFF2-40B4-BE49-F238E27FC236}">
                <a16:creationId xmlns:a16="http://schemas.microsoft.com/office/drawing/2014/main" id="{695B4F00-C709-4C16-8F6A-F7FEA7CDA8D7}"/>
              </a:ext>
            </a:extLst>
          </p:cNvPr>
          <p:cNvSpPr>
            <a:spLocks xmlns:a="http://schemas.openxmlformats.org/drawingml/2006/main" noGrp="1"/>
          </p:cNvSpPr>
          <p:nvPr/>
        </p:nvSpPr>
        <p:spPr>
          <a:xfrm xmlns:a="http://schemas.openxmlformats.org/drawingml/2006/main">
            <a:off x="895350" y="5143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F7D4F"/>
                </a:solidFill>
              </a:defRPr>
            </a:pPr>
            <a:r>
              <a:rPr sz="1650" b="1">
                <a:solidFill>
                  <a:srgbClr val="2F7D4F"/>
                </a:solidFill>
              </a:rPr>
              <a:t>グリッド = 地図を一定の大きさに区切った1マス</a:t>
            </a:r>
          </a:p>
        </p:txBody>
      </p:sp>
      <p:sp>
        <p:nvSpPr>
          <p:cNvPr id="53" name="">
            <a:extLst xmlns:a="http://schemas.openxmlformats.org/drawingml/2006/main">
              <a:ext uri="{FF2B5EF4-FFF2-40B4-BE49-F238E27FC236}">
                <a16:creationId xmlns:a16="http://schemas.microsoft.com/office/drawing/2014/main" id="{B4435BCA-F74D-4FD1-B3D4-20661B417A8D}"/>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03</a:t>
            </a:r>
          </a:p>
        </p:txBody>
      </p:sp>
    </p:spTree>
    <p:extLst>
      <p:ext uri="{BB962C8B-B14F-4D97-AF65-F5344CB8AC3E}">
        <p14:creationId xmlns:p14="http://schemas.microsoft.com/office/powerpoint/2010/main" val="150466690"/>
      </p:ext>
    </p:extLst>
  </p:cSld>
</p:sld>
</file>

<file path=ppt/slides/slide4.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BF74B3-03CB-4539-9DA8-1003B48B3DFF}"/>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96F8BA3C-E91C-4047-8DF1-8CE69075B90C}"/>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想定ユーザー・利用シーン</a:t>
            </a:r>
          </a:p>
        </p:txBody>
      </p:sp>
      <p:sp>
        <p:nvSpPr>
          <p:cNvPr id="3" name="">
            <a:extLst xmlns:a="http://schemas.openxmlformats.org/drawingml/2006/main">
              <a:ext uri="{FF2B5EF4-FFF2-40B4-BE49-F238E27FC236}">
                <a16:creationId xmlns:a16="http://schemas.microsoft.com/office/drawing/2014/main" id="{24215DBC-C68D-4176-90BB-9B98006B43A5}"/>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個人の記録から、複数人での相談まで使える</a:t>
            </a:r>
          </a:p>
        </p:txBody>
      </p:sp>
      <p:sp>
        <p:nvSpPr>
          <p:cNvPr id="4" name="">
            <a:extLst xmlns:a="http://schemas.openxmlformats.org/drawingml/2006/main">
              <a:ext uri="{FF2B5EF4-FFF2-40B4-BE49-F238E27FC236}">
                <a16:creationId xmlns:a16="http://schemas.microsoft.com/office/drawing/2014/main" id="{C5264E19-22CF-47F7-BB2F-8B9E81D0BD74}"/>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2BF9910B-4E4B-42A8-A4D7-9CB50177EF08}"/>
              </a:ext>
            </a:extLst>
          </p:cNvPr>
          <p:cNvSpPr>
            <a:spLocks xmlns:a="http://schemas.openxmlformats.org/drawingml/2006/main" noGrp="1"/>
          </p:cNvSpPr>
          <p:nvPr/>
        </p:nvSpPr>
        <p:spPr>
          <a:xfrm xmlns:a="http://schemas.openxmlformats.org/drawingml/2006/main">
            <a:off x="762000" y="2381250"/>
            <a:ext cx="31432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8E2DB"/>
            </a:solidFill>
            <a:prstDash val="solid"/>
          </a:ln>
        </p:spPr>
      </p:sp>
      <p:sp>
        <p:nvSpPr>
          <p:cNvPr id="6" name="">
            <a:extLst xmlns:a="http://schemas.openxmlformats.org/drawingml/2006/main">
              <a:ext uri="{FF2B5EF4-FFF2-40B4-BE49-F238E27FC236}">
                <a16:creationId xmlns:a16="http://schemas.microsoft.com/office/drawing/2014/main" id="{62BB9EAE-909D-4556-AF3E-F876E3676835}"/>
              </a:ext>
            </a:extLst>
          </p:cNvPr>
          <p:cNvSpPr>
            <a:spLocks xmlns:a="http://schemas.openxmlformats.org/drawingml/2006/main" noGrp="1"/>
          </p:cNvSpPr>
          <p:nvPr/>
        </p:nvSpPr>
        <p:spPr>
          <a:xfrm xmlns:a="http://schemas.openxmlformats.org/drawingml/2006/main">
            <a:off x="762000" y="2381250"/>
            <a:ext cx="76200" cy="2095500"/>
          </a:xfrm>
          <a:prstGeom xmlns:a="http://schemas.openxmlformats.org/drawingml/2006/main" prst="rect">
            <a:avLst/>
          </a:prstGeom>
          <a:solidFill xmlns:a="http://schemas.openxmlformats.org/drawingml/2006/main">
            <a:srgbClr val="2F7D4F"/>
          </a:solidFill>
          <a:ln xmlns:a="http://schemas.openxmlformats.org/drawingml/2006/main" w="0">
            <a:solidFill>
              <a:srgbClr val="2F7D4F"/>
            </a:solidFill>
            <a:prstDash val="solid"/>
          </a:ln>
        </p:spPr>
      </p:sp>
      <p:sp>
        <p:nvSpPr>
          <p:cNvPr id="7" name="">
            <a:extLst xmlns:a="http://schemas.openxmlformats.org/drawingml/2006/main">
              <a:ext uri="{FF2B5EF4-FFF2-40B4-BE49-F238E27FC236}">
                <a16:creationId xmlns:a16="http://schemas.microsoft.com/office/drawing/2014/main" id="{F057FD35-5E1B-43E3-8232-5787A31EBAC2}"/>
              </a:ext>
            </a:extLst>
          </p:cNvPr>
          <p:cNvSpPr>
            <a:spLocks xmlns:a="http://schemas.openxmlformats.org/drawingml/2006/main" noGrp="1"/>
          </p:cNvSpPr>
          <p:nvPr/>
        </p:nvSpPr>
        <p:spPr>
          <a:xfrm xmlns:a="http://schemas.openxmlformats.org/drawingml/2006/main">
            <a:off x="990600" y="2571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街歩き・旅行</a:t>
            </a:r>
          </a:p>
        </p:txBody>
      </p:sp>
      <p:sp>
        <p:nvSpPr>
          <p:cNvPr id="8" name="">
            <a:extLst xmlns:a="http://schemas.openxmlformats.org/drawingml/2006/main">
              <a:ext uri="{FF2B5EF4-FFF2-40B4-BE49-F238E27FC236}">
                <a16:creationId xmlns:a16="http://schemas.microsoft.com/office/drawing/2014/main" id="{FDC6B58B-A853-4472-B805-14C45FA9942F}"/>
              </a:ext>
            </a:extLst>
          </p:cNvPr>
          <p:cNvSpPr>
            <a:spLocks xmlns:a="http://schemas.openxmlformats.org/drawingml/2006/main" noGrp="1"/>
          </p:cNvSpPr>
          <p:nvPr/>
        </p:nvSpPr>
        <p:spPr>
          <a:xfrm xmlns:a="http://schemas.openxmlformats.org/drawingml/2006/main">
            <a:off x="990600" y="2990850"/>
            <a:ext cx="26860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自分だけのお散歩マップを作り、気になるエリアを振り返る</a:t>
            </a:r>
          </a:p>
        </p:txBody>
      </p:sp>
      <p:sp>
        <p:nvSpPr>
          <p:cNvPr id="9" name="">
            <a:extLst xmlns:a="http://schemas.openxmlformats.org/drawingml/2006/main">
              <a:ext uri="{FF2B5EF4-FFF2-40B4-BE49-F238E27FC236}">
                <a16:creationId xmlns:a16="http://schemas.microsoft.com/office/drawing/2014/main" id="{91B20B7A-077C-4D35-9097-B6266CED89AD}"/>
              </a:ext>
            </a:extLst>
          </p:cNvPr>
          <p:cNvSpPr>
            <a:spLocks xmlns:a="http://schemas.openxmlformats.org/drawingml/2006/main" noGrp="1"/>
          </p:cNvSpPr>
          <p:nvPr/>
        </p:nvSpPr>
        <p:spPr>
          <a:xfrm xmlns:a="http://schemas.openxmlformats.org/drawingml/2006/main">
            <a:off x="4524375" y="2381250"/>
            <a:ext cx="31432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8E2DB"/>
            </a:solidFill>
            <a:prstDash val="solid"/>
          </a:ln>
        </p:spPr>
      </p:sp>
      <p:sp>
        <p:nvSpPr>
          <p:cNvPr id="10" name="">
            <a:extLst xmlns:a="http://schemas.openxmlformats.org/drawingml/2006/main">
              <a:ext uri="{FF2B5EF4-FFF2-40B4-BE49-F238E27FC236}">
                <a16:creationId xmlns:a16="http://schemas.microsoft.com/office/drawing/2014/main" id="{8F59FF7E-697C-470D-9AEA-2B2DEB8D6BC3}"/>
              </a:ext>
            </a:extLst>
          </p:cNvPr>
          <p:cNvSpPr>
            <a:spLocks xmlns:a="http://schemas.openxmlformats.org/drawingml/2006/main" noGrp="1"/>
          </p:cNvSpPr>
          <p:nvPr/>
        </p:nvSpPr>
        <p:spPr>
          <a:xfrm xmlns:a="http://schemas.openxmlformats.org/drawingml/2006/main">
            <a:off x="4524375" y="2381250"/>
            <a:ext cx="76200" cy="20955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11" name="">
            <a:extLst xmlns:a="http://schemas.openxmlformats.org/drawingml/2006/main">
              <a:ext uri="{FF2B5EF4-FFF2-40B4-BE49-F238E27FC236}">
                <a16:creationId xmlns:a16="http://schemas.microsoft.com/office/drawing/2014/main" id="{0F46DA5D-B6F4-4746-A80F-8B4EA3FF1B71}"/>
              </a:ext>
            </a:extLst>
          </p:cNvPr>
          <p:cNvSpPr>
            <a:spLocks xmlns:a="http://schemas.openxmlformats.org/drawingml/2006/main" noGrp="1"/>
          </p:cNvSpPr>
          <p:nvPr/>
        </p:nvSpPr>
        <p:spPr>
          <a:xfrm xmlns:a="http://schemas.openxmlformats.org/drawingml/2006/main">
            <a:off x="4752975" y="2571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引っ越し検討</a:t>
            </a:r>
          </a:p>
        </p:txBody>
      </p:sp>
      <p:sp>
        <p:nvSpPr>
          <p:cNvPr id="12" name="">
            <a:extLst xmlns:a="http://schemas.openxmlformats.org/drawingml/2006/main">
              <a:ext uri="{FF2B5EF4-FFF2-40B4-BE49-F238E27FC236}">
                <a16:creationId xmlns:a16="http://schemas.microsoft.com/office/drawing/2014/main" id="{69A45C66-40C7-4C3E-BD6B-A8B8F2658D7C}"/>
              </a:ext>
            </a:extLst>
          </p:cNvPr>
          <p:cNvSpPr>
            <a:spLocks xmlns:a="http://schemas.openxmlformats.org/drawingml/2006/main" noGrp="1"/>
          </p:cNvSpPr>
          <p:nvPr/>
        </p:nvSpPr>
        <p:spPr>
          <a:xfrm xmlns:a="http://schemas.openxmlformats.org/drawingml/2006/main">
            <a:off x="4752975" y="2990850"/>
            <a:ext cx="26860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駅近・緑の多さ・歩きやすさなどを候補地ごとに記録する</a:t>
            </a:r>
          </a:p>
        </p:txBody>
      </p:sp>
      <p:sp>
        <p:nvSpPr>
          <p:cNvPr id="13" name="">
            <a:extLst xmlns:a="http://schemas.openxmlformats.org/drawingml/2006/main">
              <a:ext uri="{FF2B5EF4-FFF2-40B4-BE49-F238E27FC236}">
                <a16:creationId xmlns:a16="http://schemas.microsoft.com/office/drawing/2014/main" id="{5CBBA64D-2E9A-4AC9-89B2-2D6E15EEB3DD}"/>
              </a:ext>
            </a:extLst>
          </p:cNvPr>
          <p:cNvSpPr>
            <a:spLocks xmlns:a="http://schemas.openxmlformats.org/drawingml/2006/main" noGrp="1"/>
          </p:cNvSpPr>
          <p:nvPr/>
        </p:nvSpPr>
        <p:spPr>
          <a:xfrm xmlns:a="http://schemas.openxmlformats.org/drawingml/2006/main">
            <a:off x="8286750" y="2381250"/>
            <a:ext cx="314325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8E2DB"/>
            </a:solidFill>
            <a:prstDash val="solid"/>
          </a:ln>
        </p:spPr>
      </p:sp>
      <p:sp>
        <p:nvSpPr>
          <p:cNvPr id="14" name="">
            <a:extLst xmlns:a="http://schemas.openxmlformats.org/drawingml/2006/main">
              <a:ext uri="{FF2B5EF4-FFF2-40B4-BE49-F238E27FC236}">
                <a16:creationId xmlns:a16="http://schemas.microsoft.com/office/drawing/2014/main" id="{8D8433CD-9F5C-404F-86A9-937ADA5782A4}"/>
              </a:ext>
            </a:extLst>
          </p:cNvPr>
          <p:cNvSpPr>
            <a:spLocks xmlns:a="http://schemas.openxmlformats.org/drawingml/2006/main" noGrp="1"/>
          </p:cNvSpPr>
          <p:nvPr/>
        </p:nvSpPr>
        <p:spPr>
          <a:xfrm xmlns:a="http://schemas.openxmlformats.org/drawingml/2006/main">
            <a:off x="8286750" y="2381250"/>
            <a:ext cx="76200" cy="2095500"/>
          </a:xfrm>
          <a:prstGeom xmlns:a="http://schemas.openxmlformats.org/drawingml/2006/main" prst="rect">
            <a:avLst/>
          </a:prstGeom>
          <a:solidFill xmlns:a="http://schemas.openxmlformats.org/drawingml/2006/main">
            <a:srgbClr val="E07A3F"/>
          </a:solidFill>
          <a:ln xmlns:a="http://schemas.openxmlformats.org/drawingml/2006/main" w="0">
            <a:solidFill>
              <a:srgbClr val="E07A3F"/>
            </a:solidFill>
            <a:prstDash val="solid"/>
          </a:ln>
        </p:spPr>
      </p:sp>
      <p:sp>
        <p:nvSpPr>
          <p:cNvPr id="15" name="">
            <a:extLst xmlns:a="http://schemas.openxmlformats.org/drawingml/2006/main">
              <a:ext uri="{FF2B5EF4-FFF2-40B4-BE49-F238E27FC236}">
                <a16:creationId xmlns:a16="http://schemas.microsoft.com/office/drawing/2014/main" id="{707F6CC8-247C-4DB2-BE35-3B899AE0F5BE}"/>
              </a:ext>
            </a:extLst>
          </p:cNvPr>
          <p:cNvSpPr>
            <a:spLocks xmlns:a="http://schemas.openxmlformats.org/drawingml/2006/main" noGrp="1"/>
          </p:cNvSpPr>
          <p:nvPr/>
        </p:nvSpPr>
        <p:spPr>
          <a:xfrm xmlns:a="http://schemas.openxmlformats.org/drawingml/2006/main">
            <a:off x="8515350" y="2571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友人・グループ</a:t>
            </a:r>
          </a:p>
        </p:txBody>
      </p:sp>
      <p:sp>
        <p:nvSpPr>
          <p:cNvPr id="16" name="">
            <a:extLst xmlns:a="http://schemas.openxmlformats.org/drawingml/2006/main">
              <a:ext uri="{FF2B5EF4-FFF2-40B4-BE49-F238E27FC236}">
                <a16:creationId xmlns:a16="http://schemas.microsoft.com/office/drawing/2014/main" id="{2F2A1C44-2DC2-4B01-A78D-E8CC40140F5E}"/>
              </a:ext>
            </a:extLst>
          </p:cNvPr>
          <p:cNvSpPr>
            <a:spLocks xmlns:a="http://schemas.openxmlformats.org/drawingml/2006/main" noGrp="1"/>
          </p:cNvSpPr>
          <p:nvPr/>
        </p:nvSpPr>
        <p:spPr>
          <a:xfrm xmlns:a="http://schemas.openxmlformats.org/drawingml/2006/main">
            <a:off x="8515350" y="2990850"/>
            <a:ext cx="26860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同じメモグリッドを共有し、行き先や印象を一緒に整理する</a:t>
            </a:r>
          </a:p>
        </p:txBody>
      </p:sp>
      <p:sp>
        <p:nvSpPr>
          <p:cNvPr id="17" name="">
            <a:extLst xmlns:a="http://schemas.openxmlformats.org/drawingml/2006/main">
              <a:ext uri="{FF2B5EF4-FFF2-40B4-BE49-F238E27FC236}">
                <a16:creationId xmlns:a16="http://schemas.microsoft.com/office/drawing/2014/main" id="{B2F9ADE6-2E37-4CFA-BCA2-6C75B8E78B7B}"/>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04</a:t>
            </a:r>
          </a:p>
        </p:txBody>
      </p:sp>
    </p:spTree>
    <p:extLst>
      <p:ext uri="{BB962C8B-B14F-4D97-AF65-F5344CB8AC3E}">
        <p14:creationId xmlns:p14="http://schemas.microsoft.com/office/powerpoint/2010/main" val="1571600270"/>
      </p:ext>
    </p:extLst>
  </p:cSld>
</p:sld>
</file>

<file path=ppt/slides/slide5.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32458B-0E5F-4E5E-B828-489CC6E19E6F}"/>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F38C882A-CB6E-47EA-B7F6-A66DD97FCA68}"/>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操作の流れ</a:t>
            </a:r>
          </a:p>
        </p:txBody>
      </p:sp>
      <p:sp>
        <p:nvSpPr>
          <p:cNvPr id="3" name="">
            <a:extLst xmlns:a="http://schemas.openxmlformats.org/drawingml/2006/main">
              <a:ext uri="{FF2B5EF4-FFF2-40B4-BE49-F238E27FC236}">
                <a16:creationId xmlns:a16="http://schemas.microsoft.com/office/drawing/2014/main" id="{F7C899FC-547F-45E4-8A43-BF5A75E434F3}"/>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作成、選択、記録の3ステップ</a:t>
            </a:r>
          </a:p>
        </p:txBody>
      </p:sp>
      <p:sp>
        <p:nvSpPr>
          <p:cNvPr id="4" name="">
            <a:extLst xmlns:a="http://schemas.openxmlformats.org/drawingml/2006/main">
              <a:ext uri="{FF2B5EF4-FFF2-40B4-BE49-F238E27FC236}">
                <a16:creationId xmlns:a16="http://schemas.microsoft.com/office/drawing/2014/main" id="{783167FC-DA5A-44EC-AE1F-2CB386071CA5}"/>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C2598725-D4AB-4521-9094-230B5E0978CE}"/>
              </a:ext>
            </a:extLst>
          </p:cNvPr>
          <p:cNvSpPr>
            <a:spLocks xmlns:a="http://schemas.openxmlformats.org/drawingml/2006/main" noGrp="1"/>
          </p:cNvSpPr>
          <p:nvPr/>
        </p:nvSpPr>
        <p:spPr>
          <a:xfrm xmlns:a="http://schemas.openxmlformats.org/drawingml/2006/main">
            <a:off x="723900" y="247650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2DB"/>
            </a:solidFill>
            <a:prstDash val="solid"/>
          </a:ln>
        </p:spPr>
      </p:sp>
      <p:sp>
        <p:nvSpPr>
          <p:cNvPr id="6" name="">
            <a:extLst xmlns:a="http://schemas.openxmlformats.org/drawingml/2006/main">
              <a:ext uri="{FF2B5EF4-FFF2-40B4-BE49-F238E27FC236}">
                <a16:creationId xmlns:a16="http://schemas.microsoft.com/office/drawing/2014/main" id="{FF1C70BF-1CA2-492E-B431-DEBC8E901CC5}"/>
              </a:ext>
            </a:extLst>
          </p:cNvPr>
          <p:cNvSpPr>
            <a:spLocks xmlns:a="http://schemas.openxmlformats.org/drawingml/2006/main" noGrp="1"/>
          </p:cNvSpPr>
          <p:nvPr/>
        </p:nvSpPr>
        <p:spPr>
          <a:xfrm xmlns:a="http://schemas.openxmlformats.org/drawingml/2006/main">
            <a:off x="723900" y="2476500"/>
            <a:ext cx="76200" cy="1714500"/>
          </a:xfrm>
          <a:prstGeom xmlns:a="http://schemas.openxmlformats.org/drawingml/2006/main" prst="rect">
            <a:avLst/>
          </a:prstGeom>
          <a:solidFill xmlns:a="http://schemas.openxmlformats.org/drawingml/2006/main">
            <a:srgbClr val="2F7D4F"/>
          </a:solidFill>
          <a:ln xmlns:a="http://schemas.openxmlformats.org/drawingml/2006/main" w="0">
            <a:solidFill>
              <a:srgbClr val="2F7D4F"/>
            </a:solidFill>
            <a:prstDash val="solid"/>
          </a:ln>
        </p:spPr>
      </p:sp>
      <p:sp>
        <p:nvSpPr>
          <p:cNvPr id="7" name="">
            <a:extLst xmlns:a="http://schemas.openxmlformats.org/drawingml/2006/main">
              <a:ext uri="{FF2B5EF4-FFF2-40B4-BE49-F238E27FC236}">
                <a16:creationId xmlns:a16="http://schemas.microsoft.com/office/drawing/2014/main" id="{81C3203D-2F61-4BEA-839C-6804CABCF2F7}"/>
              </a:ext>
            </a:extLst>
          </p:cNvPr>
          <p:cNvSpPr>
            <a:spLocks xmlns:a="http://schemas.openxmlformats.org/drawingml/2006/main" noGrp="1"/>
          </p:cNvSpPr>
          <p:nvPr/>
        </p:nvSpPr>
        <p:spPr>
          <a:xfrm xmlns:a="http://schemas.openxmlformats.org/drawingml/2006/main">
            <a:off x="952500" y="266700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1. 作成</a:t>
            </a:r>
          </a:p>
        </p:txBody>
      </p:sp>
      <p:sp>
        <p:nvSpPr>
          <p:cNvPr id="8" name="">
            <a:extLst xmlns:a="http://schemas.openxmlformats.org/drawingml/2006/main">
              <a:ext uri="{FF2B5EF4-FFF2-40B4-BE49-F238E27FC236}">
                <a16:creationId xmlns:a16="http://schemas.microsoft.com/office/drawing/2014/main" id="{B7E05E70-9599-426C-A5AB-CA34565A8C3C}"/>
              </a:ext>
            </a:extLst>
          </p:cNvPr>
          <p:cNvSpPr>
            <a:spLocks xmlns:a="http://schemas.openxmlformats.org/drawingml/2006/main" noGrp="1"/>
          </p:cNvSpPr>
          <p:nvPr/>
        </p:nvSpPr>
        <p:spPr>
          <a:xfrm xmlns:a="http://schemas.openxmlformats.org/drawingml/2006/main">
            <a:off x="952500" y="3086100"/>
            <a:ext cx="2971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中心座標、マス数、1マスの大きさを決めてメモグリッドを作る</a:t>
            </a:r>
          </a:p>
        </p:txBody>
      </p:sp>
      <p:sp>
        <p:nvSpPr>
          <p:cNvPr id="9" name="">
            <a:extLst xmlns:a="http://schemas.openxmlformats.org/drawingml/2006/main">
              <a:ext uri="{FF2B5EF4-FFF2-40B4-BE49-F238E27FC236}">
                <a16:creationId xmlns:a16="http://schemas.microsoft.com/office/drawing/2014/main" id="{4B423600-42BB-4B78-AF41-A476D37E299D}"/>
              </a:ext>
            </a:extLst>
          </p:cNvPr>
          <p:cNvSpPr>
            <a:spLocks xmlns:a="http://schemas.openxmlformats.org/drawingml/2006/main" noGrp="1"/>
          </p:cNvSpPr>
          <p:nvPr/>
        </p:nvSpPr>
        <p:spPr>
          <a:xfrm xmlns:a="http://schemas.openxmlformats.org/drawingml/2006/main">
            <a:off x="4191000" y="3162300"/>
            <a:ext cx="381000" cy="342900"/>
          </a:xfrm>
          <a:prstGeom xmlns:a="http://schemas.openxmlformats.org/drawingml/2006/main" prst="rightArrow">
            <a:avLst/>
          </a:prstGeom>
          <a:solidFill xmlns:a="http://schemas.openxmlformats.org/drawingml/2006/main">
            <a:srgbClr val="C9D7CF"/>
          </a:solidFill>
          <a:ln xmlns:a="http://schemas.openxmlformats.org/drawingml/2006/main" w="0">
            <a:solidFill>
              <a:srgbClr val="C9D7CF"/>
            </a:solidFill>
            <a:prstDash val="solid"/>
          </a:ln>
        </p:spPr>
      </p:sp>
      <p:sp>
        <p:nvSpPr>
          <p:cNvPr id="10" name="">
            <a:extLst xmlns:a="http://schemas.openxmlformats.org/drawingml/2006/main">
              <a:ext uri="{FF2B5EF4-FFF2-40B4-BE49-F238E27FC236}">
                <a16:creationId xmlns:a16="http://schemas.microsoft.com/office/drawing/2014/main" id="{F037A6B8-EDFF-4874-B1C6-5C4FDCEEF07D}"/>
              </a:ext>
            </a:extLst>
          </p:cNvPr>
          <p:cNvSpPr>
            <a:spLocks xmlns:a="http://schemas.openxmlformats.org/drawingml/2006/main" noGrp="1"/>
          </p:cNvSpPr>
          <p:nvPr/>
        </p:nvSpPr>
        <p:spPr>
          <a:xfrm xmlns:a="http://schemas.openxmlformats.org/drawingml/2006/main">
            <a:off x="4381500" y="247650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2DB"/>
            </a:solidFill>
            <a:prstDash val="solid"/>
          </a:ln>
        </p:spPr>
      </p:sp>
      <p:sp>
        <p:nvSpPr>
          <p:cNvPr id="11" name="">
            <a:extLst xmlns:a="http://schemas.openxmlformats.org/drawingml/2006/main">
              <a:ext uri="{FF2B5EF4-FFF2-40B4-BE49-F238E27FC236}">
                <a16:creationId xmlns:a16="http://schemas.microsoft.com/office/drawing/2014/main" id="{D0F93B6B-5C9E-42D7-B5AC-A00AB06F93EC}"/>
              </a:ext>
            </a:extLst>
          </p:cNvPr>
          <p:cNvSpPr>
            <a:spLocks xmlns:a="http://schemas.openxmlformats.org/drawingml/2006/main" noGrp="1"/>
          </p:cNvSpPr>
          <p:nvPr/>
        </p:nvSpPr>
        <p:spPr>
          <a:xfrm xmlns:a="http://schemas.openxmlformats.org/drawingml/2006/main">
            <a:off x="4381500" y="2476500"/>
            <a:ext cx="76200" cy="17145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12" name="">
            <a:extLst xmlns:a="http://schemas.openxmlformats.org/drawingml/2006/main">
              <a:ext uri="{FF2B5EF4-FFF2-40B4-BE49-F238E27FC236}">
                <a16:creationId xmlns:a16="http://schemas.microsoft.com/office/drawing/2014/main" id="{346CAB5A-DF42-4EB9-8B9C-7689F83FCEE3}"/>
              </a:ext>
            </a:extLst>
          </p:cNvPr>
          <p:cNvSpPr>
            <a:spLocks xmlns:a="http://schemas.openxmlformats.org/drawingml/2006/main" noGrp="1"/>
          </p:cNvSpPr>
          <p:nvPr/>
        </p:nvSpPr>
        <p:spPr>
          <a:xfrm xmlns:a="http://schemas.openxmlformats.org/drawingml/2006/main">
            <a:off x="4610100" y="266700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2. 選択</a:t>
            </a:r>
          </a:p>
        </p:txBody>
      </p:sp>
      <p:sp>
        <p:nvSpPr>
          <p:cNvPr id="13" name="">
            <a:extLst xmlns:a="http://schemas.openxmlformats.org/drawingml/2006/main">
              <a:ext uri="{FF2B5EF4-FFF2-40B4-BE49-F238E27FC236}">
                <a16:creationId xmlns:a16="http://schemas.microsoft.com/office/drawing/2014/main" id="{D6E34A16-4A8A-43E6-9632-2DE0427C628A}"/>
              </a:ext>
            </a:extLst>
          </p:cNvPr>
          <p:cNvSpPr>
            <a:spLocks xmlns:a="http://schemas.openxmlformats.org/drawingml/2006/main" noGrp="1"/>
          </p:cNvSpPr>
          <p:nvPr/>
        </p:nvSpPr>
        <p:spPr>
          <a:xfrm xmlns:a="http://schemas.openxmlformats.org/drawingml/2006/main">
            <a:off x="4610100" y="3086100"/>
            <a:ext cx="2971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地図上のマスをクリック。Ctrl / CmdクリックやShiftドラッグにも対応</a:t>
            </a:r>
          </a:p>
        </p:txBody>
      </p:sp>
      <p:sp>
        <p:nvSpPr>
          <p:cNvPr id="14" name="">
            <a:extLst xmlns:a="http://schemas.openxmlformats.org/drawingml/2006/main">
              <a:ext uri="{FF2B5EF4-FFF2-40B4-BE49-F238E27FC236}">
                <a16:creationId xmlns:a16="http://schemas.microsoft.com/office/drawing/2014/main" id="{25410AD2-A67A-4966-B2E9-A5C926290C03}"/>
              </a:ext>
            </a:extLst>
          </p:cNvPr>
          <p:cNvSpPr>
            <a:spLocks xmlns:a="http://schemas.openxmlformats.org/drawingml/2006/main" noGrp="1"/>
          </p:cNvSpPr>
          <p:nvPr/>
        </p:nvSpPr>
        <p:spPr>
          <a:xfrm xmlns:a="http://schemas.openxmlformats.org/drawingml/2006/main">
            <a:off x="7848600" y="3162300"/>
            <a:ext cx="381000" cy="342900"/>
          </a:xfrm>
          <a:prstGeom xmlns:a="http://schemas.openxmlformats.org/drawingml/2006/main" prst="rightArrow">
            <a:avLst/>
          </a:prstGeom>
          <a:solidFill xmlns:a="http://schemas.openxmlformats.org/drawingml/2006/main">
            <a:srgbClr val="C9D7CF"/>
          </a:solidFill>
          <a:ln xmlns:a="http://schemas.openxmlformats.org/drawingml/2006/main" w="0">
            <a:solidFill>
              <a:srgbClr val="C9D7CF"/>
            </a:solidFill>
            <a:prstDash val="solid"/>
          </a:ln>
        </p:spPr>
      </p:sp>
      <p:sp>
        <p:nvSpPr>
          <p:cNvPr id="15" name="">
            <a:extLst xmlns:a="http://schemas.openxmlformats.org/drawingml/2006/main">
              <a:ext uri="{FF2B5EF4-FFF2-40B4-BE49-F238E27FC236}">
                <a16:creationId xmlns:a16="http://schemas.microsoft.com/office/drawing/2014/main" id="{CE04A336-4B6F-4F12-A0A7-1E7576358BF4}"/>
              </a:ext>
            </a:extLst>
          </p:cNvPr>
          <p:cNvSpPr>
            <a:spLocks xmlns:a="http://schemas.openxmlformats.org/drawingml/2006/main" noGrp="1"/>
          </p:cNvSpPr>
          <p:nvPr/>
        </p:nvSpPr>
        <p:spPr>
          <a:xfrm xmlns:a="http://schemas.openxmlformats.org/drawingml/2006/main">
            <a:off x="8039100" y="247650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2DB"/>
            </a:solidFill>
            <a:prstDash val="solid"/>
          </a:ln>
        </p:spPr>
      </p:sp>
      <p:sp>
        <p:nvSpPr>
          <p:cNvPr id="16" name="">
            <a:extLst xmlns:a="http://schemas.openxmlformats.org/drawingml/2006/main">
              <a:ext uri="{FF2B5EF4-FFF2-40B4-BE49-F238E27FC236}">
                <a16:creationId xmlns:a16="http://schemas.microsoft.com/office/drawing/2014/main" id="{51DEDE65-3133-4C06-AE7F-46139DDD9D11}"/>
              </a:ext>
            </a:extLst>
          </p:cNvPr>
          <p:cNvSpPr>
            <a:spLocks xmlns:a="http://schemas.openxmlformats.org/drawingml/2006/main" noGrp="1"/>
          </p:cNvSpPr>
          <p:nvPr/>
        </p:nvSpPr>
        <p:spPr>
          <a:xfrm xmlns:a="http://schemas.openxmlformats.org/drawingml/2006/main">
            <a:off x="8039100" y="2476500"/>
            <a:ext cx="76200" cy="1714500"/>
          </a:xfrm>
          <a:prstGeom xmlns:a="http://schemas.openxmlformats.org/drawingml/2006/main" prst="rect">
            <a:avLst/>
          </a:prstGeom>
          <a:solidFill xmlns:a="http://schemas.openxmlformats.org/drawingml/2006/main">
            <a:srgbClr val="E07A3F"/>
          </a:solidFill>
          <a:ln xmlns:a="http://schemas.openxmlformats.org/drawingml/2006/main" w="0">
            <a:solidFill>
              <a:srgbClr val="E07A3F"/>
            </a:solidFill>
            <a:prstDash val="solid"/>
          </a:ln>
        </p:spPr>
      </p:sp>
      <p:sp>
        <p:nvSpPr>
          <p:cNvPr id="17" name="">
            <a:extLst xmlns:a="http://schemas.openxmlformats.org/drawingml/2006/main">
              <a:ext uri="{FF2B5EF4-FFF2-40B4-BE49-F238E27FC236}">
                <a16:creationId xmlns:a16="http://schemas.microsoft.com/office/drawing/2014/main" id="{89FB0E19-C2C5-4FE5-8E8C-92FD97ECDC03}"/>
              </a:ext>
            </a:extLst>
          </p:cNvPr>
          <p:cNvSpPr>
            <a:spLocks xmlns:a="http://schemas.openxmlformats.org/drawingml/2006/main" noGrp="1"/>
          </p:cNvSpPr>
          <p:nvPr/>
        </p:nvSpPr>
        <p:spPr>
          <a:xfrm xmlns:a="http://schemas.openxmlformats.org/drawingml/2006/main">
            <a:off x="8267700" y="266700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3. 記録</a:t>
            </a:r>
          </a:p>
        </p:txBody>
      </p:sp>
      <p:sp>
        <p:nvSpPr>
          <p:cNvPr id="18" name="">
            <a:extLst xmlns:a="http://schemas.openxmlformats.org/drawingml/2006/main">
              <a:ext uri="{FF2B5EF4-FFF2-40B4-BE49-F238E27FC236}">
                <a16:creationId xmlns:a16="http://schemas.microsoft.com/office/drawing/2014/main" id="{A25CFC2A-C7DD-4B48-A8AB-2CA29AE363AF}"/>
              </a:ext>
            </a:extLst>
          </p:cNvPr>
          <p:cNvSpPr>
            <a:spLocks xmlns:a="http://schemas.openxmlformats.org/drawingml/2006/main" noGrp="1"/>
          </p:cNvSpPr>
          <p:nvPr/>
        </p:nvSpPr>
        <p:spPr>
          <a:xfrm xmlns:a="http://schemas.openxmlformats.org/drawingml/2006/main">
            <a:off x="8267700" y="3086100"/>
            <a:ext cx="2971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スコアとコメントを入力し、色分けされた地図で確認する</a:t>
            </a:r>
          </a:p>
        </p:txBody>
      </p:sp>
      <p:sp>
        <p:nvSpPr>
          <p:cNvPr id="19" name="">
            <a:extLst xmlns:a="http://schemas.openxmlformats.org/drawingml/2006/main">
              <a:ext uri="{FF2B5EF4-FFF2-40B4-BE49-F238E27FC236}">
                <a16:creationId xmlns:a16="http://schemas.microsoft.com/office/drawing/2014/main" id="{72D37345-06D4-4D09-B5B8-429A71BABF86}"/>
              </a:ext>
            </a:extLst>
          </p:cNvPr>
          <p:cNvSpPr>
            <a:spLocks xmlns:a="http://schemas.openxmlformats.org/drawingml/2006/main" noGrp="1"/>
          </p:cNvSpPr>
          <p:nvPr/>
        </p:nvSpPr>
        <p:spPr>
          <a:xfrm xmlns:a="http://schemas.openxmlformats.org/drawingml/2006/main">
            <a:off x="762000" y="52197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5B6B61"/>
                </a:solidFill>
              </a:defRPr>
            </a:pPr>
            <a:r>
              <a:rPr sz="1500" b="0">
                <a:solidFill>
                  <a:srgbClr val="5B6B61"/>
                </a:solidFill>
              </a:rPr>
              <a:t>操作説明は減点防止にも直結するため、発表ではこのスライドを厚めに話す</a:t>
            </a:r>
          </a:p>
        </p:txBody>
      </p:sp>
      <p:sp>
        <p:nvSpPr>
          <p:cNvPr id="20" name="">
            <a:extLst xmlns:a="http://schemas.openxmlformats.org/drawingml/2006/main">
              <a:ext uri="{FF2B5EF4-FFF2-40B4-BE49-F238E27FC236}">
                <a16:creationId xmlns:a16="http://schemas.microsoft.com/office/drawing/2014/main" id="{F88555D4-A493-434F-BDE5-86AF1BBEA67C}"/>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05</a:t>
            </a:r>
          </a:p>
        </p:txBody>
      </p:sp>
    </p:spTree>
    <p:extLst>
      <p:ext uri="{BB962C8B-B14F-4D97-AF65-F5344CB8AC3E}">
        <p14:creationId xmlns:p14="http://schemas.microsoft.com/office/powerpoint/2010/main" val="961938647"/>
      </p:ext>
    </p:extLst>
  </p:cSld>
</p:sld>
</file>

<file path=ppt/slides/slide6.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5CE1AC-3B50-45EF-8694-5B4B6CD4EF49}"/>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92F5426E-75E1-43AF-9074-5FEF36471CF5}"/>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主な機能</a:t>
            </a:r>
          </a:p>
        </p:txBody>
      </p:sp>
      <p:sp>
        <p:nvSpPr>
          <p:cNvPr id="3" name="">
            <a:extLst xmlns:a="http://schemas.openxmlformats.org/drawingml/2006/main">
              <a:ext uri="{FF2B5EF4-FFF2-40B4-BE49-F238E27FC236}">
                <a16:creationId xmlns:a16="http://schemas.microsoft.com/office/drawing/2014/main" id="{7A32B5B9-5096-4712-A1E5-3B5678AEB2A3}"/>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自動初期スコアと共有で、記録を始めやすくする</a:t>
            </a:r>
          </a:p>
        </p:txBody>
      </p:sp>
      <p:sp>
        <p:nvSpPr>
          <p:cNvPr id="4" name="">
            <a:extLst xmlns:a="http://schemas.openxmlformats.org/drawingml/2006/main">
              <a:ext uri="{FF2B5EF4-FFF2-40B4-BE49-F238E27FC236}">
                <a16:creationId xmlns:a16="http://schemas.microsoft.com/office/drawing/2014/main" id="{75F8BC85-6225-4CCB-B829-EA67D4FF3B14}"/>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CD79950B-50AF-4FBB-A78A-75F07259413B}"/>
              </a:ext>
            </a:extLst>
          </p:cNvPr>
          <p:cNvSpPr>
            <a:spLocks xmlns:a="http://schemas.openxmlformats.org/drawingml/2006/main" noGrp="1"/>
          </p:cNvSpPr>
          <p:nvPr/>
        </p:nvSpPr>
        <p:spPr>
          <a:xfrm xmlns:a="http://schemas.openxmlformats.org/drawingml/2006/main">
            <a:off x="857250" y="2381250"/>
            <a:ext cx="4762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E2DB"/>
            </a:solidFill>
            <a:prstDash val="solid"/>
          </a:ln>
        </p:spPr>
      </p:sp>
      <p:sp>
        <p:nvSpPr>
          <p:cNvPr id="6" name="">
            <a:extLst xmlns:a="http://schemas.openxmlformats.org/drawingml/2006/main">
              <a:ext uri="{FF2B5EF4-FFF2-40B4-BE49-F238E27FC236}">
                <a16:creationId xmlns:a16="http://schemas.microsoft.com/office/drawing/2014/main" id="{47CC071A-599D-4FE5-AEB3-396398A1B05E}"/>
              </a:ext>
            </a:extLst>
          </p:cNvPr>
          <p:cNvSpPr>
            <a:spLocks xmlns:a="http://schemas.openxmlformats.org/drawingml/2006/main" noGrp="1"/>
          </p:cNvSpPr>
          <p:nvPr/>
        </p:nvSpPr>
        <p:spPr>
          <a:xfrm xmlns:a="http://schemas.openxmlformats.org/drawingml/2006/main">
            <a:off x="857250" y="2381250"/>
            <a:ext cx="76200" cy="2381250"/>
          </a:xfrm>
          <a:prstGeom xmlns:a="http://schemas.openxmlformats.org/drawingml/2006/main" prst="rect">
            <a:avLst/>
          </a:prstGeom>
          <a:solidFill xmlns:a="http://schemas.openxmlformats.org/drawingml/2006/main">
            <a:srgbClr val="2F7D4F"/>
          </a:solidFill>
          <a:ln xmlns:a="http://schemas.openxmlformats.org/drawingml/2006/main" w="0">
            <a:solidFill>
              <a:srgbClr val="2F7D4F"/>
            </a:solidFill>
            <a:prstDash val="solid"/>
          </a:ln>
        </p:spPr>
      </p:sp>
      <p:sp>
        <p:nvSpPr>
          <p:cNvPr id="7" name="">
            <a:extLst xmlns:a="http://schemas.openxmlformats.org/drawingml/2006/main">
              <a:ext uri="{FF2B5EF4-FFF2-40B4-BE49-F238E27FC236}">
                <a16:creationId xmlns:a16="http://schemas.microsoft.com/office/drawing/2014/main" id="{9A5AF858-7F8B-4A11-B901-BA4E3B609FD1}"/>
              </a:ext>
            </a:extLst>
          </p:cNvPr>
          <p:cNvSpPr>
            <a:spLocks xmlns:a="http://schemas.openxmlformats.org/drawingml/2006/main" noGrp="1"/>
          </p:cNvSpPr>
          <p:nvPr/>
        </p:nvSpPr>
        <p:spPr>
          <a:xfrm xmlns:a="http://schemas.openxmlformats.org/drawingml/2006/main">
            <a:off x="1085850" y="25717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外部地図データによる自動初期スコア</a:t>
            </a:r>
          </a:p>
        </p:txBody>
      </p:sp>
      <p:sp>
        <p:nvSpPr>
          <p:cNvPr id="8" name="">
            <a:extLst xmlns:a="http://schemas.openxmlformats.org/drawingml/2006/main">
              <a:ext uri="{FF2B5EF4-FFF2-40B4-BE49-F238E27FC236}">
                <a16:creationId xmlns:a16="http://schemas.microsoft.com/office/drawing/2014/main" id="{BED73032-7A62-487F-A359-458F4719E08E}"/>
              </a:ext>
            </a:extLst>
          </p:cNvPr>
          <p:cNvSpPr>
            <a:spLocks xmlns:a="http://schemas.openxmlformats.org/drawingml/2006/main" noGrp="1"/>
          </p:cNvSpPr>
          <p:nvPr/>
        </p:nvSpPr>
        <p:spPr>
          <a:xfrm xmlns:a="http://schemas.openxmlformats.org/drawingml/2006/main">
            <a:off x="1085850" y="2990850"/>
            <a:ext cx="4305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OSM / Overpass API から公園・川・駅・観光名所などを取得し、独自ルールで初期点数を計算する</a:t>
            </a:r>
          </a:p>
        </p:txBody>
      </p:sp>
      <p:sp>
        <p:nvSpPr>
          <p:cNvPr id="9" name="">
            <a:extLst xmlns:a="http://schemas.openxmlformats.org/drawingml/2006/main">
              <a:ext uri="{FF2B5EF4-FFF2-40B4-BE49-F238E27FC236}">
                <a16:creationId xmlns:a16="http://schemas.microsoft.com/office/drawing/2014/main" id="{53D651E6-4F54-4CB2-8BC9-CCB24BDC2E95}"/>
              </a:ext>
            </a:extLst>
          </p:cNvPr>
          <p:cNvSpPr>
            <a:spLocks xmlns:a="http://schemas.openxmlformats.org/drawingml/2006/main" noGrp="1"/>
          </p:cNvSpPr>
          <p:nvPr/>
        </p:nvSpPr>
        <p:spPr>
          <a:xfrm xmlns:a="http://schemas.openxmlformats.org/drawingml/2006/main">
            <a:off x="6572250" y="2381250"/>
            <a:ext cx="4762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E2DB"/>
            </a:solidFill>
            <a:prstDash val="solid"/>
          </a:ln>
        </p:spPr>
      </p:sp>
      <p:sp>
        <p:nvSpPr>
          <p:cNvPr id="10" name="">
            <a:extLst xmlns:a="http://schemas.openxmlformats.org/drawingml/2006/main">
              <a:ext uri="{FF2B5EF4-FFF2-40B4-BE49-F238E27FC236}">
                <a16:creationId xmlns:a16="http://schemas.microsoft.com/office/drawing/2014/main" id="{04B77921-0CE3-4E35-80D9-CF15E6F60FB3}"/>
              </a:ext>
            </a:extLst>
          </p:cNvPr>
          <p:cNvSpPr>
            <a:spLocks xmlns:a="http://schemas.openxmlformats.org/drawingml/2006/main" noGrp="1"/>
          </p:cNvSpPr>
          <p:nvPr/>
        </p:nvSpPr>
        <p:spPr>
          <a:xfrm xmlns:a="http://schemas.openxmlformats.org/drawingml/2006/main">
            <a:off x="6572250" y="2381250"/>
            <a:ext cx="76200" cy="238125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11" name="">
            <a:extLst xmlns:a="http://schemas.openxmlformats.org/drawingml/2006/main">
              <a:ext uri="{FF2B5EF4-FFF2-40B4-BE49-F238E27FC236}">
                <a16:creationId xmlns:a16="http://schemas.microsoft.com/office/drawing/2014/main" id="{58BEEAA2-2BF7-462B-82EE-D152DCB2A48A}"/>
              </a:ext>
            </a:extLst>
          </p:cNvPr>
          <p:cNvSpPr>
            <a:spLocks xmlns:a="http://schemas.openxmlformats.org/drawingml/2006/main" noGrp="1"/>
          </p:cNvSpPr>
          <p:nvPr/>
        </p:nvSpPr>
        <p:spPr>
          <a:xfrm xmlns:a="http://schemas.openxmlformats.org/drawingml/2006/main">
            <a:off x="6800850" y="25717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共有機能</a:t>
            </a:r>
          </a:p>
        </p:txBody>
      </p:sp>
      <p:sp>
        <p:nvSpPr>
          <p:cNvPr id="12" name="">
            <a:extLst xmlns:a="http://schemas.openxmlformats.org/drawingml/2006/main">
              <a:ext uri="{FF2B5EF4-FFF2-40B4-BE49-F238E27FC236}">
                <a16:creationId xmlns:a16="http://schemas.microsoft.com/office/drawing/2014/main" id="{D9D88FCC-3DE8-4945-BF6A-CE758EE3AE68}"/>
              </a:ext>
            </a:extLst>
          </p:cNvPr>
          <p:cNvSpPr>
            <a:spLocks xmlns:a="http://schemas.openxmlformats.org/drawingml/2006/main" noGrp="1"/>
          </p:cNvSpPr>
          <p:nvPr/>
        </p:nvSpPr>
        <p:spPr>
          <a:xfrm xmlns:a="http://schemas.openxmlformats.org/drawingml/2006/main">
            <a:off x="6800850" y="2990850"/>
            <a:ext cx="4305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作成者が共有相手を追加し、共有されたユーザーも同じメモグリッドを閲覧・採点できる</a:t>
            </a:r>
          </a:p>
        </p:txBody>
      </p:sp>
      <p:sp>
        <p:nvSpPr>
          <p:cNvPr id="13" name="">
            <a:extLst xmlns:a="http://schemas.openxmlformats.org/drawingml/2006/main">
              <a:ext uri="{FF2B5EF4-FFF2-40B4-BE49-F238E27FC236}">
                <a16:creationId xmlns:a16="http://schemas.microsoft.com/office/drawing/2014/main" id="{F0E45CB5-DED6-421F-85A2-711DCEC71189}"/>
              </a:ext>
            </a:extLst>
          </p:cNvPr>
          <p:cNvSpPr>
            <a:spLocks xmlns:a="http://schemas.openxmlformats.org/drawingml/2006/main" noGrp="1"/>
          </p:cNvSpPr>
          <p:nvPr/>
        </p:nvSpPr>
        <p:spPr>
          <a:xfrm xmlns:a="http://schemas.openxmlformats.org/drawingml/2006/main">
            <a:off x="895350" y="5143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E07A3F"/>
                </a:solidFill>
              </a:defRPr>
            </a:pPr>
            <a:r>
              <a:rPr sz="1500" b="1">
                <a:solidFill>
                  <a:srgbClr val="E07A3F"/>
                </a:solidFill>
              </a:rPr>
              <a:t>※ AI ではなく、地図データとルールベースの自動計算</a:t>
            </a:r>
          </a:p>
        </p:txBody>
      </p:sp>
      <p:sp>
        <p:nvSpPr>
          <p:cNvPr id="14" name="">
            <a:extLst xmlns:a="http://schemas.openxmlformats.org/drawingml/2006/main">
              <a:ext uri="{FF2B5EF4-FFF2-40B4-BE49-F238E27FC236}">
                <a16:creationId xmlns:a16="http://schemas.microsoft.com/office/drawing/2014/main" id="{84CDDCB6-BEF1-4B4B-A4F4-B63077E75B4D}"/>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06</a:t>
            </a:r>
          </a:p>
        </p:txBody>
      </p:sp>
    </p:spTree>
    <p:extLst>
      <p:ext uri="{BB962C8B-B14F-4D97-AF65-F5344CB8AC3E}">
        <p14:creationId xmlns:p14="http://schemas.microsoft.com/office/powerpoint/2010/main" val="983771580"/>
      </p:ext>
    </p:extLst>
  </p:cSld>
</p:sld>
</file>

<file path=ppt/slides/slide7.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62B1CF-11C6-4BBE-A986-DF01320261B6}"/>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E8F973DD-E477-4021-BE15-D9655D80F72F}"/>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デモで見せる順番</a:t>
            </a:r>
          </a:p>
        </p:txBody>
      </p:sp>
      <p:sp>
        <p:nvSpPr>
          <p:cNvPr id="3" name="">
            <a:extLst xmlns:a="http://schemas.openxmlformats.org/drawingml/2006/main">
              <a:ext uri="{FF2B5EF4-FFF2-40B4-BE49-F238E27FC236}">
                <a16:creationId xmlns:a16="http://schemas.microsoft.com/office/drawing/2014/main" id="{FEC22417-23E7-42E6-96B9-FD1F0F0FB3C0}"/>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時間が短い場合も、この順番なら伝わりやすい</a:t>
            </a:r>
          </a:p>
        </p:txBody>
      </p:sp>
      <p:sp>
        <p:nvSpPr>
          <p:cNvPr id="4" name="">
            <a:extLst xmlns:a="http://schemas.openxmlformats.org/drawingml/2006/main">
              <a:ext uri="{FF2B5EF4-FFF2-40B4-BE49-F238E27FC236}">
                <a16:creationId xmlns:a16="http://schemas.microsoft.com/office/drawing/2014/main" id="{E7459223-86D4-4F44-B2F8-4C489CB26D7A}"/>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6AFA6466-7718-45C4-9A41-90317086D669}"/>
              </a:ext>
            </a:extLst>
          </p:cNvPr>
          <p:cNvSpPr>
            <a:spLocks xmlns:a="http://schemas.openxmlformats.org/drawingml/2006/main" noGrp="1"/>
          </p:cNvSpPr>
          <p:nvPr/>
        </p:nvSpPr>
        <p:spPr>
          <a:xfrm xmlns:a="http://schemas.openxmlformats.org/drawingml/2006/main">
            <a:off x="723900" y="238125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2DB"/>
            </a:solidFill>
            <a:prstDash val="solid"/>
          </a:ln>
        </p:spPr>
      </p:sp>
      <p:sp>
        <p:nvSpPr>
          <p:cNvPr id="6" name="">
            <a:extLst xmlns:a="http://schemas.openxmlformats.org/drawingml/2006/main">
              <a:ext uri="{FF2B5EF4-FFF2-40B4-BE49-F238E27FC236}">
                <a16:creationId xmlns:a16="http://schemas.microsoft.com/office/drawing/2014/main" id="{7FDA6474-A6F6-4F90-AA7D-05BCCFE69632}"/>
              </a:ext>
            </a:extLst>
          </p:cNvPr>
          <p:cNvSpPr>
            <a:spLocks xmlns:a="http://schemas.openxmlformats.org/drawingml/2006/main" noGrp="1"/>
          </p:cNvSpPr>
          <p:nvPr/>
        </p:nvSpPr>
        <p:spPr>
          <a:xfrm xmlns:a="http://schemas.openxmlformats.org/drawingml/2006/main">
            <a:off x="723900" y="2381250"/>
            <a:ext cx="76200" cy="1714500"/>
          </a:xfrm>
          <a:prstGeom xmlns:a="http://schemas.openxmlformats.org/drawingml/2006/main" prst="rect">
            <a:avLst/>
          </a:prstGeom>
          <a:solidFill xmlns:a="http://schemas.openxmlformats.org/drawingml/2006/main">
            <a:srgbClr val="2F7D4F"/>
          </a:solidFill>
          <a:ln xmlns:a="http://schemas.openxmlformats.org/drawingml/2006/main" w="0">
            <a:solidFill>
              <a:srgbClr val="2F7D4F"/>
            </a:solidFill>
            <a:prstDash val="solid"/>
          </a:ln>
        </p:spPr>
      </p:sp>
      <p:sp>
        <p:nvSpPr>
          <p:cNvPr id="7" name="">
            <a:extLst xmlns:a="http://schemas.openxmlformats.org/drawingml/2006/main">
              <a:ext uri="{FF2B5EF4-FFF2-40B4-BE49-F238E27FC236}">
                <a16:creationId xmlns:a16="http://schemas.microsoft.com/office/drawing/2014/main" id="{A9E0E4FA-53EC-4AE6-99FD-5645D6BE64C7}"/>
              </a:ext>
            </a:extLst>
          </p:cNvPr>
          <p:cNvSpPr>
            <a:spLocks xmlns:a="http://schemas.openxmlformats.org/drawingml/2006/main" noGrp="1"/>
          </p:cNvSpPr>
          <p:nvPr/>
        </p:nvSpPr>
        <p:spPr>
          <a:xfrm xmlns:a="http://schemas.openxmlformats.org/drawingml/2006/main">
            <a:off x="952500" y="25717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1. 一覧</a:t>
            </a:r>
          </a:p>
        </p:txBody>
      </p:sp>
      <p:sp>
        <p:nvSpPr>
          <p:cNvPr id="8" name="">
            <a:extLst xmlns:a="http://schemas.openxmlformats.org/drawingml/2006/main">
              <a:ext uri="{FF2B5EF4-FFF2-40B4-BE49-F238E27FC236}">
                <a16:creationId xmlns:a16="http://schemas.microsoft.com/office/drawing/2014/main" id="{B1096B73-6E0D-44FC-AA80-DF7ED9EC8B8D}"/>
              </a:ext>
            </a:extLst>
          </p:cNvPr>
          <p:cNvSpPr>
            <a:spLocks xmlns:a="http://schemas.openxmlformats.org/drawingml/2006/main" noGrp="1"/>
          </p:cNvSpPr>
          <p:nvPr/>
        </p:nvSpPr>
        <p:spPr>
          <a:xfrm xmlns:a="http://schemas.openxmlformats.org/drawingml/2006/main">
            <a:off x="952500" y="2990850"/>
            <a:ext cx="2971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自分のメモグリッドと共有メモグリッドを確認</a:t>
            </a:r>
          </a:p>
        </p:txBody>
      </p:sp>
      <p:sp>
        <p:nvSpPr>
          <p:cNvPr id="9" name="">
            <a:extLst xmlns:a="http://schemas.openxmlformats.org/drawingml/2006/main">
              <a:ext uri="{FF2B5EF4-FFF2-40B4-BE49-F238E27FC236}">
                <a16:creationId xmlns:a16="http://schemas.microsoft.com/office/drawing/2014/main" id="{14CAB016-86F2-4F4C-887A-5D78BC197624}"/>
              </a:ext>
            </a:extLst>
          </p:cNvPr>
          <p:cNvSpPr>
            <a:spLocks xmlns:a="http://schemas.openxmlformats.org/drawingml/2006/main" noGrp="1"/>
          </p:cNvSpPr>
          <p:nvPr/>
        </p:nvSpPr>
        <p:spPr>
          <a:xfrm xmlns:a="http://schemas.openxmlformats.org/drawingml/2006/main">
            <a:off x="4191000" y="3067050"/>
            <a:ext cx="381000" cy="342900"/>
          </a:xfrm>
          <a:prstGeom xmlns:a="http://schemas.openxmlformats.org/drawingml/2006/main" prst="rightArrow">
            <a:avLst/>
          </a:prstGeom>
          <a:solidFill xmlns:a="http://schemas.openxmlformats.org/drawingml/2006/main">
            <a:srgbClr val="C9D7CF"/>
          </a:solidFill>
          <a:ln xmlns:a="http://schemas.openxmlformats.org/drawingml/2006/main" w="0">
            <a:solidFill>
              <a:srgbClr val="C9D7CF"/>
            </a:solidFill>
            <a:prstDash val="solid"/>
          </a:ln>
        </p:spPr>
      </p:sp>
      <p:sp>
        <p:nvSpPr>
          <p:cNvPr id="10" name="">
            <a:extLst xmlns:a="http://schemas.openxmlformats.org/drawingml/2006/main">
              <a:ext uri="{FF2B5EF4-FFF2-40B4-BE49-F238E27FC236}">
                <a16:creationId xmlns:a16="http://schemas.microsoft.com/office/drawing/2014/main" id="{545256C9-2A00-49FA-9954-7B5BB9B07F42}"/>
              </a:ext>
            </a:extLst>
          </p:cNvPr>
          <p:cNvSpPr>
            <a:spLocks xmlns:a="http://schemas.openxmlformats.org/drawingml/2006/main" noGrp="1"/>
          </p:cNvSpPr>
          <p:nvPr/>
        </p:nvSpPr>
        <p:spPr>
          <a:xfrm xmlns:a="http://schemas.openxmlformats.org/drawingml/2006/main">
            <a:off x="4381500" y="238125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2DB"/>
            </a:solidFill>
            <a:prstDash val="solid"/>
          </a:ln>
        </p:spPr>
      </p:sp>
      <p:sp>
        <p:nvSpPr>
          <p:cNvPr id="11" name="">
            <a:extLst xmlns:a="http://schemas.openxmlformats.org/drawingml/2006/main">
              <a:ext uri="{FF2B5EF4-FFF2-40B4-BE49-F238E27FC236}">
                <a16:creationId xmlns:a16="http://schemas.microsoft.com/office/drawing/2014/main" id="{D9837BEF-1DF1-41BD-B2D4-CABE47263205}"/>
              </a:ext>
            </a:extLst>
          </p:cNvPr>
          <p:cNvSpPr>
            <a:spLocks xmlns:a="http://schemas.openxmlformats.org/drawingml/2006/main" noGrp="1"/>
          </p:cNvSpPr>
          <p:nvPr/>
        </p:nvSpPr>
        <p:spPr>
          <a:xfrm xmlns:a="http://schemas.openxmlformats.org/drawingml/2006/main">
            <a:off x="4381500" y="2381250"/>
            <a:ext cx="76200" cy="1714500"/>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12" name="">
            <a:extLst xmlns:a="http://schemas.openxmlformats.org/drawingml/2006/main">
              <a:ext uri="{FF2B5EF4-FFF2-40B4-BE49-F238E27FC236}">
                <a16:creationId xmlns:a16="http://schemas.microsoft.com/office/drawing/2014/main" id="{B35D6084-5154-426C-AEC8-2F70B8475A09}"/>
              </a:ext>
            </a:extLst>
          </p:cNvPr>
          <p:cNvSpPr>
            <a:spLocks xmlns:a="http://schemas.openxmlformats.org/drawingml/2006/main" noGrp="1"/>
          </p:cNvSpPr>
          <p:nvPr/>
        </p:nvSpPr>
        <p:spPr>
          <a:xfrm xmlns:a="http://schemas.openxmlformats.org/drawingml/2006/main">
            <a:off x="4610100" y="25717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2. 作成</a:t>
            </a:r>
          </a:p>
        </p:txBody>
      </p:sp>
      <p:sp>
        <p:nvSpPr>
          <p:cNvPr id="13" name="">
            <a:extLst xmlns:a="http://schemas.openxmlformats.org/drawingml/2006/main">
              <a:ext uri="{FF2B5EF4-FFF2-40B4-BE49-F238E27FC236}">
                <a16:creationId xmlns:a16="http://schemas.microsoft.com/office/drawing/2014/main" id="{29CCA043-2783-493B-9EB0-65808763675A}"/>
              </a:ext>
            </a:extLst>
          </p:cNvPr>
          <p:cNvSpPr>
            <a:spLocks xmlns:a="http://schemas.openxmlformats.org/drawingml/2006/main" noGrp="1"/>
          </p:cNvSpPr>
          <p:nvPr/>
        </p:nvSpPr>
        <p:spPr>
          <a:xfrm xmlns:a="http://schemas.openxmlformats.org/drawingml/2006/main">
            <a:off x="4610100" y="2990850"/>
            <a:ext cx="2971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地図プレビューを見ながら範囲を決める</a:t>
            </a:r>
          </a:p>
        </p:txBody>
      </p:sp>
      <p:sp>
        <p:nvSpPr>
          <p:cNvPr id="14" name="">
            <a:extLst xmlns:a="http://schemas.openxmlformats.org/drawingml/2006/main">
              <a:ext uri="{FF2B5EF4-FFF2-40B4-BE49-F238E27FC236}">
                <a16:creationId xmlns:a16="http://schemas.microsoft.com/office/drawing/2014/main" id="{6E82B5DD-248B-4887-BF06-040EAD4D2FC8}"/>
              </a:ext>
            </a:extLst>
          </p:cNvPr>
          <p:cNvSpPr>
            <a:spLocks xmlns:a="http://schemas.openxmlformats.org/drawingml/2006/main" noGrp="1"/>
          </p:cNvSpPr>
          <p:nvPr/>
        </p:nvSpPr>
        <p:spPr>
          <a:xfrm xmlns:a="http://schemas.openxmlformats.org/drawingml/2006/main">
            <a:off x="7848600" y="3067050"/>
            <a:ext cx="381000" cy="342900"/>
          </a:xfrm>
          <a:prstGeom xmlns:a="http://schemas.openxmlformats.org/drawingml/2006/main" prst="rightArrow">
            <a:avLst/>
          </a:prstGeom>
          <a:solidFill xmlns:a="http://schemas.openxmlformats.org/drawingml/2006/main">
            <a:srgbClr val="C9D7CF"/>
          </a:solidFill>
          <a:ln xmlns:a="http://schemas.openxmlformats.org/drawingml/2006/main" w="0">
            <a:solidFill>
              <a:srgbClr val="C9D7CF"/>
            </a:solidFill>
            <a:prstDash val="solid"/>
          </a:ln>
        </p:spPr>
      </p:sp>
      <p:sp>
        <p:nvSpPr>
          <p:cNvPr id="15" name="">
            <a:extLst xmlns:a="http://schemas.openxmlformats.org/drawingml/2006/main">
              <a:ext uri="{FF2B5EF4-FFF2-40B4-BE49-F238E27FC236}">
                <a16:creationId xmlns:a16="http://schemas.microsoft.com/office/drawing/2014/main" id="{1A119941-250F-44F3-AD41-DB92F5632264}"/>
              </a:ext>
            </a:extLst>
          </p:cNvPr>
          <p:cNvSpPr>
            <a:spLocks xmlns:a="http://schemas.openxmlformats.org/drawingml/2006/main" noGrp="1"/>
          </p:cNvSpPr>
          <p:nvPr/>
        </p:nvSpPr>
        <p:spPr>
          <a:xfrm xmlns:a="http://schemas.openxmlformats.org/drawingml/2006/main">
            <a:off x="8039100" y="238125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2DB"/>
            </a:solidFill>
            <a:prstDash val="solid"/>
          </a:ln>
        </p:spPr>
      </p:sp>
      <p:sp>
        <p:nvSpPr>
          <p:cNvPr id="16" name="">
            <a:extLst xmlns:a="http://schemas.openxmlformats.org/drawingml/2006/main">
              <a:ext uri="{FF2B5EF4-FFF2-40B4-BE49-F238E27FC236}">
                <a16:creationId xmlns:a16="http://schemas.microsoft.com/office/drawing/2014/main" id="{BCC59D05-07C0-4ACD-B8A1-BCF59A7E8206}"/>
              </a:ext>
            </a:extLst>
          </p:cNvPr>
          <p:cNvSpPr>
            <a:spLocks xmlns:a="http://schemas.openxmlformats.org/drawingml/2006/main" noGrp="1"/>
          </p:cNvSpPr>
          <p:nvPr/>
        </p:nvSpPr>
        <p:spPr>
          <a:xfrm xmlns:a="http://schemas.openxmlformats.org/drawingml/2006/main">
            <a:off x="8039100" y="2381250"/>
            <a:ext cx="76200" cy="1714500"/>
          </a:xfrm>
          <a:prstGeom xmlns:a="http://schemas.openxmlformats.org/drawingml/2006/main" prst="rect">
            <a:avLst/>
          </a:prstGeom>
          <a:solidFill xmlns:a="http://schemas.openxmlformats.org/drawingml/2006/main">
            <a:srgbClr val="E07A3F"/>
          </a:solidFill>
          <a:ln xmlns:a="http://schemas.openxmlformats.org/drawingml/2006/main" w="0">
            <a:solidFill>
              <a:srgbClr val="E07A3F"/>
            </a:solidFill>
            <a:prstDash val="solid"/>
          </a:ln>
        </p:spPr>
      </p:sp>
      <p:sp>
        <p:nvSpPr>
          <p:cNvPr id="17" name="">
            <a:extLst xmlns:a="http://schemas.openxmlformats.org/drawingml/2006/main">
              <a:ext uri="{FF2B5EF4-FFF2-40B4-BE49-F238E27FC236}">
                <a16:creationId xmlns:a16="http://schemas.microsoft.com/office/drawing/2014/main" id="{746CF9F9-F8CD-439A-9855-168565E8E993}"/>
              </a:ext>
            </a:extLst>
          </p:cNvPr>
          <p:cNvSpPr>
            <a:spLocks xmlns:a="http://schemas.openxmlformats.org/drawingml/2006/main" noGrp="1"/>
          </p:cNvSpPr>
          <p:nvPr/>
        </p:nvSpPr>
        <p:spPr>
          <a:xfrm xmlns:a="http://schemas.openxmlformats.org/drawingml/2006/main">
            <a:off x="8267700" y="25717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3. 詳細</a:t>
            </a:r>
          </a:p>
        </p:txBody>
      </p:sp>
      <p:sp>
        <p:nvSpPr>
          <p:cNvPr id="18" name="">
            <a:extLst xmlns:a="http://schemas.openxmlformats.org/drawingml/2006/main">
              <a:ext uri="{FF2B5EF4-FFF2-40B4-BE49-F238E27FC236}">
                <a16:creationId xmlns:a16="http://schemas.microsoft.com/office/drawing/2014/main" id="{725728D8-10B1-402F-9432-01D5D6A96647}"/>
              </a:ext>
            </a:extLst>
          </p:cNvPr>
          <p:cNvSpPr>
            <a:spLocks xmlns:a="http://schemas.openxmlformats.org/drawingml/2006/main" noGrp="1"/>
          </p:cNvSpPr>
          <p:nvPr/>
        </p:nvSpPr>
        <p:spPr>
          <a:xfrm xmlns:a="http://schemas.openxmlformats.org/drawingml/2006/main">
            <a:off x="8267700" y="2990850"/>
            <a:ext cx="2971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マスを選び、採点・コメント・色分けを見る</a:t>
            </a:r>
          </a:p>
        </p:txBody>
      </p:sp>
      <p:sp>
        <p:nvSpPr>
          <p:cNvPr id="19" name="">
            <a:extLst xmlns:a="http://schemas.openxmlformats.org/drawingml/2006/main">
              <a:ext uri="{FF2B5EF4-FFF2-40B4-BE49-F238E27FC236}">
                <a16:creationId xmlns:a16="http://schemas.microsoft.com/office/drawing/2014/main" id="{4D3186A9-3B39-405D-B05F-AC74D73CD680}"/>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07</a:t>
            </a:r>
          </a:p>
        </p:txBody>
      </p:sp>
    </p:spTree>
    <p:extLst>
      <p:ext uri="{BB962C8B-B14F-4D97-AF65-F5344CB8AC3E}">
        <p14:creationId xmlns:p14="http://schemas.microsoft.com/office/powerpoint/2010/main" val="960466037"/>
      </p:ext>
    </p:extLst>
  </p:cSld>
</p:sld>
</file>

<file path=ppt/slides/slide8.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6C7C4D-13BA-4F38-91A4-E9EAE2BB5E43}"/>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BB9F6490-F51B-4218-A998-2BCCA10F4EC1}"/>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工夫した点</a:t>
            </a:r>
          </a:p>
        </p:txBody>
      </p:sp>
      <p:sp>
        <p:nvSpPr>
          <p:cNvPr id="3" name="">
            <a:extLst xmlns:a="http://schemas.openxmlformats.org/drawingml/2006/main">
              <a:ext uri="{FF2B5EF4-FFF2-40B4-BE49-F238E27FC236}">
                <a16:creationId xmlns:a16="http://schemas.microsoft.com/office/drawing/2014/main" id="{D8668C33-1631-4EBA-B55C-681C53F7128F}"/>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使いやすさと処理の安定性を両立する</a:t>
            </a:r>
          </a:p>
        </p:txBody>
      </p:sp>
      <p:sp>
        <p:nvSpPr>
          <p:cNvPr id="4" name="">
            <a:extLst xmlns:a="http://schemas.openxmlformats.org/drawingml/2006/main">
              <a:ext uri="{FF2B5EF4-FFF2-40B4-BE49-F238E27FC236}">
                <a16:creationId xmlns:a16="http://schemas.microsoft.com/office/drawing/2014/main" id="{966A4158-5406-4FE9-89E5-64B764041F4D}"/>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44F395D5-438A-462A-AD3B-6828A3251CC5}"/>
              </a:ext>
            </a:extLst>
          </p:cNvPr>
          <p:cNvSpPr>
            <a:spLocks xmlns:a="http://schemas.openxmlformats.org/drawingml/2006/main" noGrp="1"/>
          </p:cNvSpPr>
          <p:nvPr/>
        </p:nvSpPr>
        <p:spPr>
          <a:xfrm xmlns:a="http://schemas.openxmlformats.org/drawingml/2006/main">
            <a:off x="819150" y="240982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D3E61F6-7111-48E5-92BF-3BCA9CF15B67}"/>
              </a:ext>
            </a:extLst>
          </p:cNvPr>
          <p:cNvSpPr>
            <a:spLocks xmlns:a="http://schemas.openxmlformats.org/drawingml/2006/main" noGrp="1"/>
          </p:cNvSpPr>
          <p:nvPr/>
        </p:nvSpPr>
        <p:spPr>
          <a:xfrm xmlns:a="http://schemas.openxmlformats.org/drawingml/2006/main">
            <a:off x="1143000" y="2333625"/>
            <a:ext cx="939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地図中央のクロスヘアと座標反映で、範囲を合わせやすくした</a:t>
            </a:r>
          </a:p>
        </p:txBody>
      </p:sp>
      <p:sp>
        <p:nvSpPr>
          <p:cNvPr id="7" name="">
            <a:extLst xmlns:a="http://schemas.openxmlformats.org/drawingml/2006/main">
              <a:ext uri="{FF2B5EF4-FFF2-40B4-BE49-F238E27FC236}">
                <a16:creationId xmlns:a16="http://schemas.microsoft.com/office/drawing/2014/main" id="{95B7DCED-6912-4215-B733-666BDD4C0FCD}"/>
              </a:ext>
            </a:extLst>
          </p:cNvPr>
          <p:cNvSpPr>
            <a:spLocks xmlns:a="http://schemas.openxmlformats.org/drawingml/2006/main" noGrp="1"/>
          </p:cNvSpPr>
          <p:nvPr/>
        </p:nvSpPr>
        <p:spPr>
          <a:xfrm xmlns:a="http://schemas.openxmlformats.org/drawingml/2006/main">
            <a:off x="819150" y="303847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7B8ED20-9482-4A68-9E3C-EEA4BB1E2D93}"/>
              </a:ext>
            </a:extLst>
          </p:cNvPr>
          <p:cNvSpPr>
            <a:spLocks xmlns:a="http://schemas.openxmlformats.org/drawingml/2006/main" noGrp="1"/>
          </p:cNvSpPr>
          <p:nvPr/>
        </p:nvSpPr>
        <p:spPr>
          <a:xfrm xmlns:a="http://schemas.openxmlformats.org/drawingml/2006/main">
            <a:off x="1143000" y="2962275"/>
            <a:ext cx="939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スコアの色・ラベル・濃さ調整で、地図上の分布を読みやすくした</a:t>
            </a:r>
          </a:p>
        </p:txBody>
      </p:sp>
      <p:sp>
        <p:nvSpPr>
          <p:cNvPr id="9" name="">
            <a:extLst xmlns:a="http://schemas.openxmlformats.org/drawingml/2006/main">
              <a:ext uri="{FF2B5EF4-FFF2-40B4-BE49-F238E27FC236}">
                <a16:creationId xmlns:a16="http://schemas.microsoft.com/office/drawing/2014/main" id="{F6B6BB29-D62E-49CE-BE32-925BA2FCCED9}"/>
              </a:ext>
            </a:extLst>
          </p:cNvPr>
          <p:cNvSpPr>
            <a:spLocks xmlns:a="http://schemas.openxmlformats.org/drawingml/2006/main" noGrp="1"/>
          </p:cNvSpPr>
          <p:nvPr/>
        </p:nvSpPr>
        <p:spPr>
          <a:xfrm xmlns:a="http://schemas.openxmlformats.org/drawingml/2006/main">
            <a:off x="819150" y="366712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E46B92-1B06-4E2F-81BC-5D2EF1E62801}"/>
              </a:ext>
            </a:extLst>
          </p:cNvPr>
          <p:cNvSpPr>
            <a:spLocks xmlns:a="http://schemas.openxmlformats.org/drawingml/2006/main" noGrp="1"/>
          </p:cNvSpPr>
          <p:nvPr/>
        </p:nvSpPr>
        <p:spPr>
          <a:xfrm xmlns:a="http://schemas.openxmlformats.org/drawingml/2006/main">
            <a:off x="1143000" y="3590925"/>
            <a:ext cx="939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自動設定は広すぎる範囲を画面側で止め、処理負荷を抑えた</a:t>
            </a:r>
          </a:p>
        </p:txBody>
      </p:sp>
      <p:sp>
        <p:nvSpPr>
          <p:cNvPr id="11" name="">
            <a:extLst xmlns:a="http://schemas.openxmlformats.org/drawingml/2006/main">
              <a:ext uri="{FF2B5EF4-FFF2-40B4-BE49-F238E27FC236}">
                <a16:creationId xmlns:a16="http://schemas.microsoft.com/office/drawing/2014/main" id="{0F449956-B251-4DD0-859F-51E78C4B885D}"/>
              </a:ext>
            </a:extLst>
          </p:cNvPr>
          <p:cNvSpPr>
            <a:spLocks xmlns:a="http://schemas.openxmlformats.org/drawingml/2006/main" noGrp="1"/>
          </p:cNvSpPr>
          <p:nvPr/>
        </p:nvSpPr>
        <p:spPr>
          <a:xfrm xmlns:a="http://schemas.openxmlformats.org/drawingml/2006/main">
            <a:off x="819150" y="429577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FF1E68-200F-41CA-B33D-F2C3340C08FC}"/>
              </a:ext>
            </a:extLst>
          </p:cNvPr>
          <p:cNvSpPr>
            <a:spLocks xmlns:a="http://schemas.openxmlformats.org/drawingml/2006/main" noGrp="1"/>
          </p:cNvSpPr>
          <p:nvPr/>
        </p:nvSpPr>
        <p:spPr>
          <a:xfrm xmlns:a="http://schemas.openxmlformats.org/drawingml/2006/main">
            <a:off x="1143000" y="4219575"/>
            <a:ext cx="939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大きいマスほど点が上がりやすい問題に、マスサイズ補正を入れた</a:t>
            </a:r>
          </a:p>
        </p:txBody>
      </p:sp>
      <p:sp>
        <p:nvSpPr>
          <p:cNvPr id="13" name="">
            <a:extLst xmlns:a="http://schemas.openxmlformats.org/drawingml/2006/main">
              <a:ext uri="{FF2B5EF4-FFF2-40B4-BE49-F238E27FC236}">
                <a16:creationId xmlns:a16="http://schemas.microsoft.com/office/drawing/2014/main" id="{D2E6A408-43A4-430B-8655-3B0BF9E7B807}"/>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08</a:t>
            </a:r>
          </a:p>
        </p:txBody>
      </p:sp>
    </p:spTree>
    <p:extLst>
      <p:ext uri="{BB962C8B-B14F-4D97-AF65-F5344CB8AC3E}">
        <p14:creationId xmlns:p14="http://schemas.microsoft.com/office/powerpoint/2010/main" val="1507164083"/>
      </p:ext>
    </p:extLst>
  </p:cSld>
</p:sld>
</file>

<file path=ppt/slides/slide9.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377A2B-5E57-4EA8-AFA6-C9756B921B45}"/>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EA397017-05BF-472A-9C2C-C46EC429E8D6}"/>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技術構成</a:t>
            </a:r>
          </a:p>
        </p:txBody>
      </p:sp>
      <p:sp>
        <p:nvSpPr>
          <p:cNvPr id="3" name="">
            <a:extLst xmlns:a="http://schemas.openxmlformats.org/drawingml/2006/main">
              <a:ext uri="{FF2B5EF4-FFF2-40B4-BE49-F238E27FC236}">
                <a16:creationId xmlns:a16="http://schemas.microsoft.com/office/drawing/2014/main" id="{B66BDB00-528B-467C-8914-00E3F065C8F9}"/>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要点だけ伝える講師向けスライド</a:t>
            </a:r>
          </a:p>
        </p:txBody>
      </p:sp>
      <p:sp>
        <p:nvSpPr>
          <p:cNvPr id="4" name="">
            <a:extLst xmlns:a="http://schemas.openxmlformats.org/drawingml/2006/main">
              <a:ext uri="{FF2B5EF4-FFF2-40B4-BE49-F238E27FC236}">
                <a16:creationId xmlns:a16="http://schemas.microsoft.com/office/drawing/2014/main" id="{48ECB4FE-3CF9-4D8F-9FA4-98A49A866324}"/>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902505B7-7FC1-4E98-9D29-D9E0A887F6B8}"/>
              </a:ext>
            </a:extLst>
          </p:cNvPr>
          <p:cNvSpPr>
            <a:spLocks xmlns:a="http://schemas.openxmlformats.org/drawingml/2006/main" noGrp="1"/>
          </p:cNvSpPr>
          <p:nvPr/>
        </p:nvSpPr>
        <p:spPr>
          <a:xfrm xmlns:a="http://schemas.openxmlformats.org/drawingml/2006/main">
            <a:off x="952500" y="2190750"/>
            <a:ext cx="1333500" cy="323850"/>
          </a:xfrm>
          <a:prstGeom xmlns:a="http://schemas.openxmlformats.org/drawingml/2006/main" prst="roundRect">
            <a:avLst>
              <a:gd name="adj" fmla="val 50000"/>
            </a:avLst>
          </a:prstGeom>
          <a:solidFill xmlns:a="http://schemas.openxmlformats.org/drawingml/2006/main">
            <a:srgbClr val="BFE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画面</a:t>
            </a:r>
          </a:p>
        </p:txBody>
      </p:sp>
      <p:sp>
        <p:nvSpPr>
          <p:cNvPr id="6" name="">
            <a:extLst xmlns:a="http://schemas.openxmlformats.org/drawingml/2006/main">
              <a:ext uri="{FF2B5EF4-FFF2-40B4-BE49-F238E27FC236}">
                <a16:creationId xmlns:a16="http://schemas.microsoft.com/office/drawing/2014/main" id="{A3555CDB-94F7-4A15-B6AF-EA224EB88A98}"/>
              </a:ext>
            </a:extLst>
          </p:cNvPr>
          <p:cNvSpPr>
            <a:spLocks xmlns:a="http://schemas.openxmlformats.org/drawingml/2006/main" noGrp="1"/>
          </p:cNvSpPr>
          <p:nvPr/>
        </p:nvSpPr>
        <p:spPr>
          <a:xfrm xmlns:a="http://schemas.openxmlformats.org/drawingml/2006/main">
            <a:off x="2667000" y="22193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3201A"/>
                </a:solidFill>
              </a:defRPr>
            </a:pPr>
            <a:r>
              <a:rPr sz="1800" b="0">
                <a:solidFill>
                  <a:srgbClr val="13201A"/>
                </a:solidFill>
              </a:rPr>
              <a:t>HTML / CSS / JavaScript / Leaflet</a:t>
            </a:r>
          </a:p>
        </p:txBody>
      </p:sp>
      <p:sp>
        <p:nvSpPr>
          <p:cNvPr id="7" name="">
            <a:extLst xmlns:a="http://schemas.openxmlformats.org/drawingml/2006/main">
              <a:ext uri="{FF2B5EF4-FFF2-40B4-BE49-F238E27FC236}">
                <a16:creationId xmlns:a16="http://schemas.microsoft.com/office/drawing/2014/main" id="{8595D616-D625-4DB9-AE47-EBABF894240F}"/>
              </a:ext>
            </a:extLst>
          </p:cNvPr>
          <p:cNvSpPr>
            <a:spLocks xmlns:a="http://schemas.openxmlformats.org/drawingml/2006/main" noGrp="1"/>
          </p:cNvSpPr>
          <p:nvPr/>
        </p:nvSpPr>
        <p:spPr>
          <a:xfrm xmlns:a="http://schemas.openxmlformats.org/drawingml/2006/main">
            <a:off x="952500" y="2819400"/>
            <a:ext cx="1333500" cy="323850"/>
          </a:xfrm>
          <a:prstGeom xmlns:a="http://schemas.openxmlformats.org/drawingml/2006/main" prst="roundRect">
            <a:avLst>
              <a:gd name="adj" fmla="val 50000"/>
            </a:avLst>
          </a:prstGeom>
          <a:solidFill xmlns:a="http://schemas.openxmlformats.org/drawingml/2006/main">
            <a:srgbClr val="D7EAF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6F9F"/>
                </a:solidFill>
              </a:defRPr>
            </a:pPr>
            <a:r>
              <a:rPr sz="1050" b="1">
                <a:solidFill>
                  <a:srgbClr val="2F6F9F"/>
                </a:solidFill>
              </a:rPr>
              <a:t>サーバー</a:t>
            </a:r>
          </a:p>
        </p:txBody>
      </p:sp>
      <p:sp>
        <p:nvSpPr>
          <p:cNvPr id="8" name="">
            <a:extLst xmlns:a="http://schemas.openxmlformats.org/drawingml/2006/main">
              <a:ext uri="{FF2B5EF4-FFF2-40B4-BE49-F238E27FC236}">
                <a16:creationId xmlns:a16="http://schemas.microsoft.com/office/drawing/2014/main" id="{A7117DCB-888A-498F-9CB4-82049F83A3B0}"/>
              </a:ext>
            </a:extLst>
          </p:cNvPr>
          <p:cNvSpPr>
            <a:spLocks xmlns:a="http://schemas.openxmlformats.org/drawingml/2006/main" noGrp="1"/>
          </p:cNvSpPr>
          <p:nvPr/>
        </p:nvSpPr>
        <p:spPr>
          <a:xfrm xmlns:a="http://schemas.openxmlformats.org/drawingml/2006/main">
            <a:off x="2667000" y="284797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3201A"/>
                </a:solidFill>
              </a:defRPr>
            </a:pPr>
            <a:r>
              <a:rPr sz="1800" b="0">
                <a:solidFill>
                  <a:srgbClr val="13201A"/>
                </a:solidFill>
              </a:rPr>
              <a:t>Python / Django / Django REST Framework</a:t>
            </a:r>
          </a:p>
        </p:txBody>
      </p:sp>
      <p:sp>
        <p:nvSpPr>
          <p:cNvPr id="9" name="">
            <a:extLst xmlns:a="http://schemas.openxmlformats.org/drawingml/2006/main">
              <a:ext uri="{FF2B5EF4-FFF2-40B4-BE49-F238E27FC236}">
                <a16:creationId xmlns:a16="http://schemas.microsoft.com/office/drawing/2014/main" id="{0B4D7C6A-2D2A-4F14-815A-24B84181E4D4}"/>
              </a:ext>
            </a:extLst>
          </p:cNvPr>
          <p:cNvSpPr>
            <a:spLocks xmlns:a="http://schemas.openxmlformats.org/drawingml/2006/main" noGrp="1"/>
          </p:cNvSpPr>
          <p:nvPr/>
        </p:nvSpPr>
        <p:spPr>
          <a:xfrm xmlns:a="http://schemas.openxmlformats.org/drawingml/2006/main">
            <a:off x="952500" y="3448050"/>
            <a:ext cx="1333500" cy="323850"/>
          </a:xfrm>
          <a:prstGeom xmlns:a="http://schemas.openxmlformats.org/drawingml/2006/main" prst="roundRect">
            <a:avLst>
              <a:gd name="adj" fmla="val 50000"/>
            </a:avLst>
          </a:prstGeom>
          <a:solidFill xmlns:a="http://schemas.openxmlformats.org/drawingml/2006/main">
            <a:srgbClr val="BFE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地図データ</a:t>
            </a:r>
          </a:p>
        </p:txBody>
      </p:sp>
      <p:sp>
        <p:nvSpPr>
          <p:cNvPr id="10" name="">
            <a:extLst xmlns:a="http://schemas.openxmlformats.org/drawingml/2006/main">
              <a:ext uri="{FF2B5EF4-FFF2-40B4-BE49-F238E27FC236}">
                <a16:creationId xmlns:a16="http://schemas.microsoft.com/office/drawing/2014/main" id="{D0D1AC54-648F-4C58-81A7-9F30554B0F02}"/>
              </a:ext>
            </a:extLst>
          </p:cNvPr>
          <p:cNvSpPr>
            <a:spLocks xmlns:a="http://schemas.openxmlformats.org/drawingml/2006/main" noGrp="1"/>
          </p:cNvSpPr>
          <p:nvPr/>
        </p:nvSpPr>
        <p:spPr>
          <a:xfrm xmlns:a="http://schemas.openxmlformats.org/drawingml/2006/main">
            <a:off x="2667000" y="3476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3201A"/>
                </a:solidFill>
              </a:defRPr>
            </a:pPr>
            <a:r>
              <a:rPr sz="1800" b="0">
                <a:solidFill>
                  <a:srgbClr val="13201A"/>
                </a:solidFill>
              </a:rPr>
              <a:t>OpenStreetMap / Overpass API</a:t>
            </a:r>
          </a:p>
        </p:txBody>
      </p:sp>
      <p:sp>
        <p:nvSpPr>
          <p:cNvPr id="11" name="">
            <a:extLst xmlns:a="http://schemas.openxmlformats.org/drawingml/2006/main">
              <a:ext uri="{FF2B5EF4-FFF2-40B4-BE49-F238E27FC236}">
                <a16:creationId xmlns:a16="http://schemas.microsoft.com/office/drawing/2014/main" id="{415505E1-81E8-4B10-8737-DD7D021BBA87}"/>
              </a:ext>
            </a:extLst>
          </p:cNvPr>
          <p:cNvSpPr>
            <a:spLocks xmlns:a="http://schemas.openxmlformats.org/drawingml/2006/main" noGrp="1"/>
          </p:cNvSpPr>
          <p:nvPr/>
        </p:nvSpPr>
        <p:spPr>
          <a:xfrm xmlns:a="http://schemas.openxmlformats.org/drawingml/2006/main">
            <a:off x="952500" y="4076700"/>
            <a:ext cx="1333500" cy="323850"/>
          </a:xfrm>
          <a:prstGeom xmlns:a="http://schemas.openxmlformats.org/drawingml/2006/main" prst="roundRect">
            <a:avLst>
              <a:gd name="adj" fmla="val 50000"/>
            </a:avLst>
          </a:prstGeom>
          <a:solidFill xmlns:a="http://schemas.openxmlformats.org/drawingml/2006/main">
            <a:srgbClr val="D7EAF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6F9F"/>
                </a:solidFill>
              </a:defRPr>
            </a:pPr>
            <a:r>
              <a:rPr sz="1050" b="1">
                <a:solidFill>
                  <a:srgbClr val="2F6F9F"/>
                </a:solidFill>
              </a:rPr>
              <a:t>公開環境</a:t>
            </a:r>
          </a:p>
        </p:txBody>
      </p:sp>
      <p:sp>
        <p:nvSpPr>
          <p:cNvPr id="12" name="">
            <a:extLst xmlns:a="http://schemas.openxmlformats.org/drawingml/2006/main">
              <a:ext uri="{FF2B5EF4-FFF2-40B4-BE49-F238E27FC236}">
                <a16:creationId xmlns:a16="http://schemas.microsoft.com/office/drawing/2014/main" id="{954BFFD6-83F3-4706-ABCF-D6234A072735}"/>
              </a:ext>
            </a:extLst>
          </p:cNvPr>
          <p:cNvSpPr>
            <a:spLocks xmlns:a="http://schemas.openxmlformats.org/drawingml/2006/main" noGrp="1"/>
          </p:cNvSpPr>
          <p:nvPr/>
        </p:nvSpPr>
        <p:spPr>
          <a:xfrm xmlns:a="http://schemas.openxmlformats.org/drawingml/2006/main">
            <a:off x="2667000" y="410527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3201A"/>
                </a:solidFill>
              </a:defRPr>
            </a:pPr>
            <a:r>
              <a:rPr sz="1800" b="1">
                <a:solidFill>
                  <a:srgbClr val="13201A"/>
                </a:solidFill>
              </a:rPr>
              <a:t>Render + Neon PostgreSQL</a:t>
            </a:r>
          </a:p>
        </p:txBody>
      </p:sp>
      <p:sp>
        <p:nvSpPr>
          <p:cNvPr id="13" name="">
            <a:extLst xmlns:a="http://schemas.openxmlformats.org/drawingml/2006/main">
              <a:ext uri="{FF2B5EF4-FFF2-40B4-BE49-F238E27FC236}">
                <a16:creationId xmlns:a16="http://schemas.microsoft.com/office/drawing/2014/main" id="{02007C18-69F7-4DFF-B7C4-05EEF1F8E540}"/>
              </a:ext>
            </a:extLst>
          </p:cNvPr>
          <p:cNvSpPr>
            <a:spLocks xmlns:a="http://schemas.openxmlformats.org/drawingml/2006/main" noGrp="1"/>
          </p:cNvSpPr>
          <p:nvPr/>
        </p:nvSpPr>
        <p:spPr>
          <a:xfrm xmlns:a="http://schemas.openxmlformats.org/drawingml/2006/main">
            <a:off x="952500" y="4705350"/>
            <a:ext cx="1333500" cy="323850"/>
          </a:xfrm>
          <a:prstGeom xmlns:a="http://schemas.openxmlformats.org/drawingml/2006/main" prst="roundRect">
            <a:avLst>
              <a:gd name="adj" fmla="val 50000"/>
            </a:avLst>
          </a:prstGeom>
          <a:solidFill xmlns:a="http://schemas.openxmlformats.org/drawingml/2006/main">
            <a:srgbClr val="BFE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ローカルDB</a:t>
            </a:r>
          </a:p>
        </p:txBody>
      </p:sp>
      <p:sp>
        <p:nvSpPr>
          <p:cNvPr id="14" name="">
            <a:extLst xmlns:a="http://schemas.openxmlformats.org/drawingml/2006/main">
              <a:ext uri="{FF2B5EF4-FFF2-40B4-BE49-F238E27FC236}">
                <a16:creationId xmlns:a16="http://schemas.microsoft.com/office/drawing/2014/main" id="{45C2A0B9-E4AA-40F0-BE46-52F6D7B3F9BC}"/>
              </a:ext>
            </a:extLst>
          </p:cNvPr>
          <p:cNvSpPr>
            <a:spLocks xmlns:a="http://schemas.openxmlformats.org/drawingml/2006/main" noGrp="1"/>
          </p:cNvSpPr>
          <p:nvPr/>
        </p:nvSpPr>
        <p:spPr>
          <a:xfrm xmlns:a="http://schemas.openxmlformats.org/drawingml/2006/main">
            <a:off x="2667000" y="47339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13201A"/>
                </a:solidFill>
              </a:defRPr>
            </a:pPr>
            <a:r>
              <a:rPr sz="1800" b="0">
                <a:solidFill>
                  <a:srgbClr val="13201A"/>
                </a:solidFill>
              </a:rPr>
              <a:t>SQLite</a:t>
            </a:r>
          </a:p>
        </p:txBody>
      </p:sp>
      <p:sp>
        <p:nvSpPr>
          <p:cNvPr id="15" name="">
            <a:extLst xmlns:a="http://schemas.openxmlformats.org/drawingml/2006/main">
              <a:ext uri="{FF2B5EF4-FFF2-40B4-BE49-F238E27FC236}">
                <a16:creationId xmlns:a16="http://schemas.microsoft.com/office/drawing/2014/main" id="{98CB7949-80D3-4189-93E7-BF83260245DF}"/>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09</a:t>
            </a:r>
          </a:p>
        </p:txBody>
      </p:sp>
    </p:spTree>
    <p:extLst>
      <p:ext uri="{BB962C8B-B14F-4D97-AF65-F5344CB8AC3E}">
        <p14:creationId xmlns:p14="http://schemas.microsoft.com/office/powerpoint/2010/main" val="615571336"/>
      </p:ext>
    </p:extLst>
  </p:cSld>
</p:sld>
</file>

<file path=ppt/slides/slide10.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FBF178-B107-4F10-8436-5EEACAC673ED}"/>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613E9700-D1B5-40CE-A334-4C1D583575C6}"/>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市場・ビジネス観点</a:t>
            </a:r>
          </a:p>
        </p:txBody>
      </p:sp>
      <p:sp>
        <p:nvSpPr>
          <p:cNvPr id="3" name="">
            <a:extLst xmlns:a="http://schemas.openxmlformats.org/drawingml/2006/main">
              <a:ext uri="{FF2B5EF4-FFF2-40B4-BE49-F238E27FC236}">
                <a16:creationId xmlns:a16="http://schemas.microsoft.com/office/drawing/2014/main" id="{B5D8C506-E662-42E2-8197-96C30279854F}"/>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既存サービスとの差別化は「点」ではなく「面」</a:t>
            </a:r>
          </a:p>
        </p:txBody>
      </p:sp>
      <p:sp>
        <p:nvSpPr>
          <p:cNvPr id="4" name="">
            <a:extLst xmlns:a="http://schemas.openxmlformats.org/drawingml/2006/main">
              <a:ext uri="{FF2B5EF4-FFF2-40B4-BE49-F238E27FC236}">
                <a16:creationId xmlns:a16="http://schemas.microsoft.com/office/drawing/2014/main" id="{059F128A-4609-4749-9B14-DB508F62F402}"/>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C62822F3-4267-49E8-A793-B1FC5405AC26}"/>
              </a:ext>
            </a:extLst>
          </p:cNvPr>
          <p:cNvSpPr>
            <a:spLocks xmlns:a="http://schemas.openxmlformats.org/drawingml/2006/main" noGrp="1"/>
          </p:cNvSpPr>
          <p:nvPr/>
        </p:nvSpPr>
        <p:spPr>
          <a:xfrm xmlns:a="http://schemas.openxmlformats.org/drawingml/2006/main">
            <a:off x="762000" y="2266950"/>
            <a:ext cx="32385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8E2DB"/>
            </a:solidFill>
            <a:prstDash val="solid"/>
          </a:ln>
        </p:spPr>
      </p:sp>
      <p:sp>
        <p:nvSpPr>
          <p:cNvPr id="6" name="">
            <a:extLst xmlns:a="http://schemas.openxmlformats.org/drawingml/2006/main">
              <a:ext uri="{FF2B5EF4-FFF2-40B4-BE49-F238E27FC236}">
                <a16:creationId xmlns:a16="http://schemas.microsoft.com/office/drawing/2014/main" id="{B928651B-F6DD-4443-9A18-9511AD133858}"/>
              </a:ext>
            </a:extLst>
          </p:cNvPr>
          <p:cNvSpPr>
            <a:spLocks xmlns:a="http://schemas.openxmlformats.org/drawingml/2006/main" noGrp="1"/>
          </p:cNvSpPr>
          <p:nvPr/>
        </p:nvSpPr>
        <p:spPr>
          <a:xfrm xmlns:a="http://schemas.openxmlformats.org/drawingml/2006/main">
            <a:off x="762000" y="2266950"/>
            <a:ext cx="76200" cy="2333625"/>
          </a:xfrm>
          <a:prstGeom xmlns:a="http://schemas.openxmlformats.org/drawingml/2006/main" prst="rect">
            <a:avLst/>
          </a:prstGeom>
          <a:solidFill xmlns:a="http://schemas.openxmlformats.org/drawingml/2006/main">
            <a:srgbClr val="2F6F9F"/>
          </a:solidFill>
          <a:ln xmlns:a="http://schemas.openxmlformats.org/drawingml/2006/main" w="0">
            <a:solidFill>
              <a:srgbClr val="2F6F9F"/>
            </a:solidFill>
            <a:prstDash val="solid"/>
          </a:ln>
        </p:spPr>
      </p:sp>
      <p:sp>
        <p:nvSpPr>
          <p:cNvPr id="7" name="">
            <a:extLst xmlns:a="http://schemas.openxmlformats.org/drawingml/2006/main">
              <a:ext uri="{FF2B5EF4-FFF2-40B4-BE49-F238E27FC236}">
                <a16:creationId xmlns:a16="http://schemas.microsoft.com/office/drawing/2014/main" id="{E2C1233B-17C5-42FC-83D8-070D0A5576F7}"/>
              </a:ext>
            </a:extLst>
          </p:cNvPr>
          <p:cNvSpPr>
            <a:spLocks xmlns:a="http://schemas.openxmlformats.org/drawingml/2006/main" noGrp="1"/>
          </p:cNvSpPr>
          <p:nvPr/>
        </p:nvSpPr>
        <p:spPr>
          <a:xfrm xmlns:a="http://schemas.openxmlformats.org/drawingml/2006/main">
            <a:off x="990600" y="245745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既存サービス</a:t>
            </a:r>
          </a:p>
        </p:txBody>
      </p:sp>
      <p:sp>
        <p:nvSpPr>
          <p:cNvPr id="8" name="">
            <a:extLst xmlns:a="http://schemas.openxmlformats.org/drawingml/2006/main">
              <a:ext uri="{FF2B5EF4-FFF2-40B4-BE49-F238E27FC236}">
                <a16:creationId xmlns:a16="http://schemas.microsoft.com/office/drawing/2014/main" id="{CBB9B389-3488-4845-8E4A-DC0EBAAD9BEC}"/>
              </a:ext>
            </a:extLst>
          </p:cNvPr>
          <p:cNvSpPr>
            <a:spLocks xmlns:a="http://schemas.openxmlformats.org/drawingml/2006/main" noGrp="1"/>
          </p:cNvSpPr>
          <p:nvPr/>
        </p:nvSpPr>
        <p:spPr>
          <a:xfrm xmlns:a="http://schemas.openxmlformats.org/drawingml/2006/main">
            <a:off x="990600" y="2876550"/>
            <a:ext cx="27813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店舗・施設・観光地など、スポット単位のレビューが中心</a:t>
            </a:r>
          </a:p>
        </p:txBody>
      </p:sp>
      <p:sp>
        <p:nvSpPr>
          <p:cNvPr id="9" name="">
            <a:extLst xmlns:a="http://schemas.openxmlformats.org/drawingml/2006/main">
              <a:ext uri="{FF2B5EF4-FFF2-40B4-BE49-F238E27FC236}">
                <a16:creationId xmlns:a16="http://schemas.microsoft.com/office/drawing/2014/main" id="{3D0BD31F-CA11-49FE-AFAE-9FAF6BBC57C0}"/>
              </a:ext>
            </a:extLst>
          </p:cNvPr>
          <p:cNvSpPr>
            <a:spLocks xmlns:a="http://schemas.openxmlformats.org/drawingml/2006/main" noGrp="1"/>
          </p:cNvSpPr>
          <p:nvPr/>
        </p:nvSpPr>
        <p:spPr>
          <a:xfrm xmlns:a="http://schemas.openxmlformats.org/drawingml/2006/main">
            <a:off x="4476750" y="2266950"/>
            <a:ext cx="32385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8E2DB"/>
            </a:solidFill>
            <a:prstDash val="solid"/>
          </a:ln>
        </p:spPr>
      </p:sp>
      <p:sp>
        <p:nvSpPr>
          <p:cNvPr id="10" name="">
            <a:extLst xmlns:a="http://schemas.openxmlformats.org/drawingml/2006/main">
              <a:ext uri="{FF2B5EF4-FFF2-40B4-BE49-F238E27FC236}">
                <a16:creationId xmlns:a16="http://schemas.microsoft.com/office/drawing/2014/main" id="{BE3A49C9-1C7D-4DD6-A554-CFA25C65022C}"/>
              </a:ext>
            </a:extLst>
          </p:cNvPr>
          <p:cNvSpPr>
            <a:spLocks xmlns:a="http://schemas.openxmlformats.org/drawingml/2006/main" noGrp="1"/>
          </p:cNvSpPr>
          <p:nvPr/>
        </p:nvSpPr>
        <p:spPr>
          <a:xfrm xmlns:a="http://schemas.openxmlformats.org/drawingml/2006/main">
            <a:off x="4476750" y="2266950"/>
            <a:ext cx="76200" cy="2333625"/>
          </a:xfrm>
          <a:prstGeom xmlns:a="http://schemas.openxmlformats.org/drawingml/2006/main" prst="rect">
            <a:avLst/>
          </a:prstGeom>
          <a:solidFill xmlns:a="http://schemas.openxmlformats.org/drawingml/2006/main">
            <a:srgbClr val="2F7D4F"/>
          </a:solidFill>
          <a:ln xmlns:a="http://schemas.openxmlformats.org/drawingml/2006/main" w="0">
            <a:solidFill>
              <a:srgbClr val="2F7D4F"/>
            </a:solidFill>
            <a:prstDash val="solid"/>
          </a:ln>
        </p:spPr>
      </p:sp>
      <p:sp>
        <p:nvSpPr>
          <p:cNvPr id="11" name="">
            <a:extLst xmlns:a="http://schemas.openxmlformats.org/drawingml/2006/main">
              <a:ext uri="{FF2B5EF4-FFF2-40B4-BE49-F238E27FC236}">
                <a16:creationId xmlns:a16="http://schemas.microsoft.com/office/drawing/2014/main" id="{CD9A977E-B5DC-47E4-80CF-01547E8F7586}"/>
              </a:ext>
            </a:extLst>
          </p:cNvPr>
          <p:cNvSpPr>
            <a:spLocks xmlns:a="http://schemas.openxmlformats.org/drawingml/2006/main" noGrp="1"/>
          </p:cNvSpPr>
          <p:nvPr/>
        </p:nvSpPr>
        <p:spPr>
          <a:xfrm xmlns:a="http://schemas.openxmlformats.org/drawingml/2006/main">
            <a:off x="4705350" y="245745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Grid Journey</a:t>
            </a:r>
          </a:p>
        </p:txBody>
      </p:sp>
      <p:sp>
        <p:nvSpPr>
          <p:cNvPr id="12" name="">
            <a:extLst xmlns:a="http://schemas.openxmlformats.org/drawingml/2006/main">
              <a:ext uri="{FF2B5EF4-FFF2-40B4-BE49-F238E27FC236}">
                <a16:creationId xmlns:a16="http://schemas.microsoft.com/office/drawing/2014/main" id="{F4905D5A-E4C6-46B6-8CE0-20BA8C9FBF23}"/>
              </a:ext>
            </a:extLst>
          </p:cNvPr>
          <p:cNvSpPr>
            <a:spLocks xmlns:a="http://schemas.openxmlformats.org/drawingml/2006/main" noGrp="1"/>
          </p:cNvSpPr>
          <p:nvPr/>
        </p:nvSpPr>
        <p:spPr>
          <a:xfrm xmlns:a="http://schemas.openxmlformats.org/drawingml/2006/main">
            <a:off x="4705350" y="2876550"/>
            <a:ext cx="27813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エリア単位の印象を、主観スコアと地図データで可視化</a:t>
            </a:r>
          </a:p>
        </p:txBody>
      </p:sp>
      <p:sp>
        <p:nvSpPr>
          <p:cNvPr id="13" name="">
            <a:extLst xmlns:a="http://schemas.openxmlformats.org/drawingml/2006/main">
              <a:ext uri="{FF2B5EF4-FFF2-40B4-BE49-F238E27FC236}">
                <a16:creationId xmlns:a16="http://schemas.microsoft.com/office/drawing/2014/main" id="{4F9F6867-D7AE-4148-AD30-D1DE2A912DF4}"/>
              </a:ext>
            </a:extLst>
          </p:cNvPr>
          <p:cNvSpPr>
            <a:spLocks xmlns:a="http://schemas.openxmlformats.org/drawingml/2006/main" noGrp="1"/>
          </p:cNvSpPr>
          <p:nvPr/>
        </p:nvSpPr>
        <p:spPr>
          <a:xfrm xmlns:a="http://schemas.openxmlformats.org/drawingml/2006/main">
            <a:off x="8191500" y="2266950"/>
            <a:ext cx="32385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8E2DB"/>
            </a:solidFill>
            <a:prstDash val="solid"/>
          </a:ln>
        </p:spPr>
      </p:sp>
      <p:sp>
        <p:nvSpPr>
          <p:cNvPr id="14" name="">
            <a:extLst xmlns:a="http://schemas.openxmlformats.org/drawingml/2006/main">
              <a:ext uri="{FF2B5EF4-FFF2-40B4-BE49-F238E27FC236}">
                <a16:creationId xmlns:a16="http://schemas.microsoft.com/office/drawing/2014/main" id="{83B9505F-ADF8-4470-9350-CDC48CBF9373}"/>
              </a:ext>
            </a:extLst>
          </p:cNvPr>
          <p:cNvSpPr>
            <a:spLocks xmlns:a="http://schemas.openxmlformats.org/drawingml/2006/main" noGrp="1"/>
          </p:cNvSpPr>
          <p:nvPr/>
        </p:nvSpPr>
        <p:spPr>
          <a:xfrm xmlns:a="http://schemas.openxmlformats.org/drawingml/2006/main">
            <a:off x="8191500" y="2266950"/>
            <a:ext cx="76200" cy="2333625"/>
          </a:xfrm>
          <a:prstGeom xmlns:a="http://schemas.openxmlformats.org/drawingml/2006/main" prst="rect">
            <a:avLst/>
          </a:prstGeom>
          <a:solidFill xmlns:a="http://schemas.openxmlformats.org/drawingml/2006/main">
            <a:srgbClr val="E07A3F"/>
          </a:solidFill>
          <a:ln xmlns:a="http://schemas.openxmlformats.org/drawingml/2006/main" w="0">
            <a:solidFill>
              <a:srgbClr val="E07A3F"/>
            </a:solidFill>
            <a:prstDash val="solid"/>
          </a:ln>
        </p:spPr>
      </p:sp>
      <p:sp>
        <p:nvSpPr>
          <p:cNvPr id="15" name="">
            <a:extLst xmlns:a="http://schemas.openxmlformats.org/drawingml/2006/main">
              <a:ext uri="{FF2B5EF4-FFF2-40B4-BE49-F238E27FC236}">
                <a16:creationId xmlns:a16="http://schemas.microsoft.com/office/drawing/2014/main" id="{67833C50-D7E3-43EC-892A-6074E48E169C}"/>
              </a:ext>
            </a:extLst>
          </p:cNvPr>
          <p:cNvSpPr>
            <a:spLocks xmlns:a="http://schemas.openxmlformats.org/drawingml/2006/main" noGrp="1"/>
          </p:cNvSpPr>
          <p:nvPr/>
        </p:nvSpPr>
        <p:spPr>
          <a:xfrm xmlns:a="http://schemas.openxmlformats.org/drawingml/2006/main">
            <a:off x="8420100" y="245745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3201A"/>
                </a:solidFill>
              </a:defRPr>
            </a:pPr>
            <a:r>
              <a:rPr sz="1650" b="1">
                <a:solidFill>
                  <a:srgbClr val="13201A"/>
                </a:solidFill>
              </a:rPr>
              <a:t>展開可能性</a:t>
            </a:r>
          </a:p>
        </p:txBody>
      </p:sp>
      <p:sp>
        <p:nvSpPr>
          <p:cNvPr id="16" name="">
            <a:extLst xmlns:a="http://schemas.openxmlformats.org/drawingml/2006/main">
              <a:ext uri="{FF2B5EF4-FFF2-40B4-BE49-F238E27FC236}">
                <a16:creationId xmlns:a16="http://schemas.microsoft.com/office/drawing/2014/main" id="{F19174DF-57F9-4370-8A03-01EDB8C274C8}"/>
              </a:ext>
            </a:extLst>
          </p:cNvPr>
          <p:cNvSpPr>
            <a:spLocks xmlns:a="http://schemas.openxmlformats.org/drawingml/2006/main" noGrp="1"/>
          </p:cNvSpPr>
          <p:nvPr/>
        </p:nvSpPr>
        <p:spPr>
          <a:xfrm xmlns:a="http://schemas.openxmlformats.org/drawingml/2006/main">
            <a:off x="8420100" y="2876550"/>
            <a:ext cx="27813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旅行計画、地域調査、イベント運営、引っ越し検討など</a:t>
            </a:r>
          </a:p>
        </p:txBody>
      </p:sp>
      <p:sp>
        <p:nvSpPr>
          <p:cNvPr id="17" name="">
            <a:extLst xmlns:a="http://schemas.openxmlformats.org/drawingml/2006/main">
              <a:ext uri="{FF2B5EF4-FFF2-40B4-BE49-F238E27FC236}">
                <a16:creationId xmlns:a16="http://schemas.microsoft.com/office/drawing/2014/main" id="{0026A2F4-5308-48A9-9D1A-044B4F5180B5}"/>
              </a:ext>
            </a:extLst>
          </p:cNvPr>
          <p:cNvSpPr>
            <a:spLocks xmlns:a="http://schemas.openxmlformats.org/drawingml/2006/main" noGrp="1"/>
          </p:cNvSpPr>
          <p:nvPr/>
        </p:nvSpPr>
        <p:spPr>
          <a:xfrm xmlns:a="http://schemas.openxmlformats.org/drawingml/2006/main">
            <a:off x="800100" y="51435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5B6B61"/>
                </a:solidFill>
              </a:defRPr>
            </a:pPr>
            <a:r>
              <a:rPr sz="1500" b="0">
                <a:solidFill>
                  <a:srgbClr val="5B6B61"/>
                </a:solidFill>
              </a:rPr>
              <a:t>根拠の詳細や比較表は別添資料で補うと加点を狙いやすい</a:t>
            </a:r>
          </a:p>
        </p:txBody>
      </p:sp>
      <p:sp>
        <p:nvSpPr>
          <p:cNvPr id="18" name="">
            <a:extLst xmlns:a="http://schemas.openxmlformats.org/drawingml/2006/main">
              <a:ext uri="{FF2B5EF4-FFF2-40B4-BE49-F238E27FC236}">
                <a16:creationId xmlns:a16="http://schemas.microsoft.com/office/drawing/2014/main" id="{A16D1A2F-10C5-4F7F-822C-E66DD69982B4}"/>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10</a:t>
            </a:r>
          </a:p>
        </p:txBody>
      </p:sp>
    </p:spTree>
    <p:extLst>
      <p:ext uri="{BB962C8B-B14F-4D97-AF65-F5344CB8AC3E}">
        <p14:creationId xmlns:p14="http://schemas.microsoft.com/office/powerpoint/2010/main" val="1964294927"/>
      </p:ext>
    </p:extLst>
  </p:cSld>
</p:sld>
</file>

<file path=ppt/slides/slide11.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8542E4-DA45-4B83-B14C-81856426207C}"/>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FB16F094-414A-4604-AF88-BCF1B8094082}"/>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学んだこと・今後</a:t>
            </a:r>
          </a:p>
        </p:txBody>
      </p:sp>
      <p:sp>
        <p:nvSpPr>
          <p:cNvPr id="3" name="">
            <a:extLst xmlns:a="http://schemas.openxmlformats.org/drawingml/2006/main">
              <a:ext uri="{FF2B5EF4-FFF2-40B4-BE49-F238E27FC236}">
                <a16:creationId xmlns:a16="http://schemas.microsoft.com/office/drawing/2014/main" id="{842D6BAD-1A85-4B68-A2CF-3965B1D3D412}"/>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外部データを、使いやすい画面に落とし込む難しさ</a:t>
            </a:r>
          </a:p>
        </p:txBody>
      </p:sp>
      <p:sp>
        <p:nvSpPr>
          <p:cNvPr id="4" name="">
            <a:extLst xmlns:a="http://schemas.openxmlformats.org/drawingml/2006/main">
              <a:ext uri="{FF2B5EF4-FFF2-40B4-BE49-F238E27FC236}">
                <a16:creationId xmlns:a16="http://schemas.microsoft.com/office/drawing/2014/main" id="{4B782F62-9671-4213-A63C-A279449166A5}"/>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B683268F-AD19-4BE7-991E-B6BD9CB48A64}"/>
              </a:ext>
            </a:extLst>
          </p:cNvPr>
          <p:cNvSpPr>
            <a:spLocks xmlns:a="http://schemas.openxmlformats.org/drawingml/2006/main" noGrp="1"/>
          </p:cNvSpPr>
          <p:nvPr/>
        </p:nvSpPr>
        <p:spPr>
          <a:xfrm xmlns:a="http://schemas.openxmlformats.org/drawingml/2006/main">
            <a:off x="857250" y="240982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E7172D-FEA9-4A47-A420-2A0B4A2C78B6}"/>
              </a:ext>
            </a:extLst>
          </p:cNvPr>
          <p:cNvSpPr>
            <a:spLocks xmlns:a="http://schemas.openxmlformats.org/drawingml/2006/main" noGrp="1"/>
          </p:cNvSpPr>
          <p:nvPr/>
        </p:nvSpPr>
        <p:spPr>
          <a:xfrm xmlns:a="http://schemas.openxmlformats.org/drawingml/2006/main">
            <a:off x="1181100" y="2333625"/>
            <a:ext cx="9582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外部APIの取得結果は複雑で、必要な情報に整理する工夫が必要</a:t>
            </a:r>
          </a:p>
        </p:txBody>
      </p:sp>
      <p:sp>
        <p:nvSpPr>
          <p:cNvPr id="7" name="">
            <a:extLst xmlns:a="http://schemas.openxmlformats.org/drawingml/2006/main">
              <a:ext uri="{FF2B5EF4-FFF2-40B4-BE49-F238E27FC236}">
                <a16:creationId xmlns:a16="http://schemas.microsoft.com/office/drawing/2014/main" id="{A7BEAD86-E7FB-42A6-9C7C-CF35E8728C8E}"/>
              </a:ext>
            </a:extLst>
          </p:cNvPr>
          <p:cNvSpPr>
            <a:spLocks xmlns:a="http://schemas.openxmlformats.org/drawingml/2006/main" noGrp="1"/>
          </p:cNvSpPr>
          <p:nvPr/>
        </p:nvSpPr>
        <p:spPr>
          <a:xfrm xmlns:a="http://schemas.openxmlformats.org/drawingml/2006/main">
            <a:off x="857250" y="311467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5EAC4B-89B0-44AD-8ED2-CE2E8ECC43E7}"/>
              </a:ext>
            </a:extLst>
          </p:cNvPr>
          <p:cNvSpPr>
            <a:spLocks xmlns:a="http://schemas.openxmlformats.org/drawingml/2006/main" noGrp="1"/>
          </p:cNvSpPr>
          <p:nvPr/>
        </p:nvSpPr>
        <p:spPr>
          <a:xfrm xmlns:a="http://schemas.openxmlformats.org/drawingml/2006/main">
            <a:off x="1181100" y="3038475"/>
            <a:ext cx="9582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機能だけでなく、操作の迷いを減らすUI設計が重要</a:t>
            </a:r>
          </a:p>
        </p:txBody>
      </p:sp>
      <p:sp>
        <p:nvSpPr>
          <p:cNvPr id="9" name="">
            <a:extLst xmlns:a="http://schemas.openxmlformats.org/drawingml/2006/main">
              <a:ext uri="{FF2B5EF4-FFF2-40B4-BE49-F238E27FC236}">
                <a16:creationId xmlns:a16="http://schemas.microsoft.com/office/drawing/2014/main" id="{C398A3DD-0772-460B-A6BB-400364563B32}"/>
              </a:ext>
            </a:extLst>
          </p:cNvPr>
          <p:cNvSpPr>
            <a:spLocks xmlns:a="http://schemas.openxmlformats.org/drawingml/2006/main" noGrp="1"/>
          </p:cNvSpPr>
          <p:nvPr/>
        </p:nvSpPr>
        <p:spPr>
          <a:xfrm xmlns:a="http://schemas.openxmlformats.org/drawingml/2006/main">
            <a:off x="857250" y="3819525"/>
            <a:ext cx="171450" cy="171450"/>
          </a:xfrm>
          <a:prstGeom xmlns:a="http://schemas.openxmlformats.org/drawingml/2006/main" prst="ellipse">
            <a:avLst/>
          </a:prstGeom>
          <a:solidFill xmlns:a="http://schemas.openxmlformats.org/drawingml/2006/main">
            <a:srgbClr val="2F7D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068BED-951D-4BEF-9905-8B909F0CB185}"/>
              </a:ext>
            </a:extLst>
          </p:cNvPr>
          <p:cNvSpPr>
            <a:spLocks xmlns:a="http://schemas.openxmlformats.org/drawingml/2006/main" noGrp="1"/>
          </p:cNvSpPr>
          <p:nvPr/>
        </p:nvSpPr>
        <p:spPr>
          <a:xfrm xmlns:a="http://schemas.openxmlformats.org/drawingml/2006/main">
            <a:off x="1181100" y="3743325"/>
            <a:ext cx="9582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今後はスマホ操作、クリックで中心設定、分析項目の追加を進めたい</a:t>
            </a:r>
          </a:p>
        </p:txBody>
      </p:sp>
      <p:sp>
        <p:nvSpPr>
          <p:cNvPr id="11" name="">
            <a:extLst xmlns:a="http://schemas.openxmlformats.org/drawingml/2006/main">
              <a:ext uri="{FF2B5EF4-FFF2-40B4-BE49-F238E27FC236}">
                <a16:creationId xmlns:a16="http://schemas.microsoft.com/office/drawing/2014/main" id="{1E6B1DBE-FB30-4805-8D3A-EF97EE70A23C}"/>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11</a:t>
            </a:r>
          </a:p>
        </p:txBody>
      </p:sp>
    </p:spTree>
    <p:extLst>
      <p:ext uri="{BB962C8B-B14F-4D97-AF65-F5344CB8AC3E}">
        <p14:creationId xmlns:p14="http://schemas.microsoft.com/office/powerpoint/2010/main" val="1960695882"/>
      </p:ext>
    </p:extLst>
  </p:cSld>
</p:sld>
</file>

<file path=ppt/slides/slide12.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D46C8D-2470-4B05-B7AC-80AC2CA955D5}"/>
              </a:ext>
            </a:extLst>
          </p:cNvPr>
          <p:cNvSpPr>
            <a:spLocks xmlns:a="http://schemas.openxmlformats.org/drawingml/2006/main" noGrp="1"/>
          </p:cNvSpPr>
          <p:nvPr/>
        </p:nvSpPr>
        <p:spPr>
          <a:xfrm xmlns:a="http://schemas.openxmlformats.org/drawingml/2006/main">
            <a:off x="571500" y="361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F7D4F"/>
                </a:solidFill>
              </a:defRPr>
            </a:pPr>
            <a:r>
              <a:rPr sz="1050" b="1">
                <a:solidFill>
                  <a:srgbClr val="2F7D4F"/>
                </a:solidFill>
              </a:rPr>
              <a:t>Grid Journey</a:t>
            </a:r>
          </a:p>
        </p:txBody>
      </p:sp>
      <p:sp>
        <p:nvSpPr>
          <p:cNvPr id="2" name="">
            <a:extLst xmlns:a="http://schemas.openxmlformats.org/drawingml/2006/main">
              <a:ext uri="{FF2B5EF4-FFF2-40B4-BE49-F238E27FC236}">
                <a16:creationId xmlns:a16="http://schemas.microsoft.com/office/drawing/2014/main" id="{475BFC8A-0DBF-469A-8816-105ADFBCCFBF}"/>
              </a:ext>
            </a:extLst>
          </p:cNvPr>
          <p:cNvSpPr>
            <a:spLocks xmlns:a="http://schemas.openxmlformats.org/drawingml/2006/main" noGrp="1"/>
          </p:cNvSpPr>
          <p:nvPr/>
        </p:nvSpPr>
        <p:spPr>
          <a:xfrm xmlns:a="http://schemas.openxmlformats.org/drawingml/2006/main">
            <a:off x="571500" y="742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201A"/>
                </a:solidFill>
              </a:defRPr>
            </a:pPr>
            <a:r>
              <a:rPr sz="2850" b="1">
                <a:solidFill>
                  <a:srgbClr val="13201A"/>
                </a:solidFill>
              </a:rPr>
              <a:t>別添資料候補</a:t>
            </a:r>
          </a:p>
        </p:txBody>
      </p:sp>
      <p:sp>
        <p:nvSpPr>
          <p:cNvPr id="3" name="">
            <a:extLst xmlns:a="http://schemas.openxmlformats.org/drawingml/2006/main">
              <a:ext uri="{FF2B5EF4-FFF2-40B4-BE49-F238E27FC236}">
                <a16:creationId xmlns:a16="http://schemas.microsoft.com/office/drawing/2014/main" id="{F56C6D2B-A96C-4C8B-8C6A-A7AC909D3E5D}"/>
              </a:ext>
            </a:extLst>
          </p:cNvPr>
          <p:cNvSpPr>
            <a:spLocks xmlns:a="http://schemas.openxmlformats.org/drawingml/2006/main" noGrp="1"/>
          </p:cNvSpPr>
          <p:nvPr/>
        </p:nvSpPr>
        <p:spPr>
          <a:xfrm xmlns:a="http://schemas.openxmlformats.org/drawingml/2006/main">
            <a:off x="590550" y="1524000"/>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5B6B61"/>
                </a:solidFill>
              </a:defRPr>
            </a:pPr>
            <a:r>
              <a:rPr sz="1350" b="0">
                <a:solidFill>
                  <a:srgbClr val="5B6B61"/>
                </a:solidFill>
              </a:rPr>
              <a:t>本編で話しきれない根拠と技術詳細</a:t>
            </a:r>
          </a:p>
        </p:txBody>
      </p:sp>
      <p:sp>
        <p:nvSpPr>
          <p:cNvPr id="4" name="">
            <a:extLst xmlns:a="http://schemas.openxmlformats.org/drawingml/2006/main">
              <a:ext uri="{FF2B5EF4-FFF2-40B4-BE49-F238E27FC236}">
                <a16:creationId xmlns:a16="http://schemas.microsoft.com/office/drawing/2014/main" id="{24CC17B8-B161-4D02-B5E1-C095167381FC}"/>
              </a:ext>
            </a:extLst>
          </p:cNvPr>
          <p:cNvSpPr>
            <a:spLocks xmlns:a="http://schemas.openxmlformats.org/drawingml/2006/main" noGrp="1"/>
          </p:cNvSpPr>
          <p:nvPr/>
        </p:nvSpPr>
        <p:spPr>
          <a:xfrm xmlns:a="http://schemas.openxmlformats.org/drawingml/2006/main">
            <a:off x="571500" y="1943100"/>
            <a:ext cx="11049000" cy="0"/>
          </a:xfrm>
          <a:prstGeom xmlns:a="http://schemas.openxmlformats.org/drawingml/2006/main" prst="line">
            <a:avLst/>
          </a:prstGeom>
          <a:noFill xmlns:a="http://schemas.openxmlformats.org/drawingml/2006/main"/>
          <a:ln xmlns:a="http://schemas.openxmlformats.org/drawingml/2006/main" w="9525">
            <a:solidFill>
              <a:srgbClr val="D8E2DB"/>
            </a:solidFill>
            <a:prstDash val="solid"/>
          </a:ln>
        </p:spPr>
      </p:sp>
      <p:sp>
        <p:nvSpPr>
          <p:cNvPr id="5" name="">
            <a:extLst xmlns:a="http://schemas.openxmlformats.org/drawingml/2006/main">
              <a:ext uri="{FF2B5EF4-FFF2-40B4-BE49-F238E27FC236}">
                <a16:creationId xmlns:a16="http://schemas.microsoft.com/office/drawing/2014/main" id="{2B4C5293-E359-4206-9D21-11D2154FF578}"/>
              </a:ext>
            </a:extLst>
          </p:cNvPr>
          <p:cNvSpPr>
            <a:spLocks xmlns:a="http://schemas.openxmlformats.org/drawingml/2006/main" noGrp="1"/>
          </p:cNvSpPr>
          <p:nvPr/>
        </p:nvSpPr>
        <p:spPr>
          <a:xfrm xmlns:a="http://schemas.openxmlformats.org/drawingml/2006/main">
            <a:off x="857250" y="2314575"/>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D146E16-2319-4FE3-8CF7-3D9E19C89903}"/>
              </a:ext>
            </a:extLst>
          </p:cNvPr>
          <p:cNvSpPr>
            <a:spLocks xmlns:a="http://schemas.openxmlformats.org/drawingml/2006/main" noGrp="1"/>
          </p:cNvSpPr>
          <p:nvPr/>
        </p:nvSpPr>
        <p:spPr>
          <a:xfrm xmlns:a="http://schemas.openxmlformats.org/drawingml/2006/main">
            <a:off x="1181100" y="2238375"/>
            <a:ext cx="958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操作手順: ログイン、作成、採点、共有</a:t>
            </a:r>
          </a:p>
        </p:txBody>
      </p:sp>
      <p:sp>
        <p:nvSpPr>
          <p:cNvPr id="7" name="">
            <a:extLst xmlns:a="http://schemas.openxmlformats.org/drawingml/2006/main">
              <a:ext uri="{FF2B5EF4-FFF2-40B4-BE49-F238E27FC236}">
                <a16:creationId xmlns:a16="http://schemas.microsoft.com/office/drawing/2014/main" id="{C8B4F5E7-C292-4393-9DD4-4F01CE294E24}"/>
              </a:ext>
            </a:extLst>
          </p:cNvPr>
          <p:cNvSpPr>
            <a:spLocks xmlns:a="http://schemas.openxmlformats.org/drawingml/2006/main" noGrp="1"/>
          </p:cNvSpPr>
          <p:nvPr/>
        </p:nvSpPr>
        <p:spPr>
          <a:xfrm xmlns:a="http://schemas.openxmlformats.org/drawingml/2006/main">
            <a:off x="857250" y="2905125"/>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F79805-C33A-4D2E-A408-30081942B7A4}"/>
              </a:ext>
            </a:extLst>
          </p:cNvPr>
          <p:cNvSpPr>
            <a:spLocks xmlns:a="http://schemas.openxmlformats.org/drawingml/2006/main" noGrp="1"/>
          </p:cNvSpPr>
          <p:nvPr/>
        </p:nvSpPr>
        <p:spPr>
          <a:xfrm xmlns:a="http://schemas.openxmlformats.org/drawingml/2006/main">
            <a:off x="1181100" y="2828925"/>
            <a:ext cx="958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自動初期スコアの計算ロジック</a:t>
            </a:r>
          </a:p>
        </p:txBody>
      </p:sp>
      <p:sp>
        <p:nvSpPr>
          <p:cNvPr id="9" name="">
            <a:extLst xmlns:a="http://schemas.openxmlformats.org/drawingml/2006/main">
              <a:ext uri="{FF2B5EF4-FFF2-40B4-BE49-F238E27FC236}">
                <a16:creationId xmlns:a16="http://schemas.microsoft.com/office/drawing/2014/main" id="{907AE3B9-D026-4F25-82BE-D614C8CCA78F}"/>
              </a:ext>
            </a:extLst>
          </p:cNvPr>
          <p:cNvSpPr>
            <a:spLocks xmlns:a="http://schemas.openxmlformats.org/drawingml/2006/main" noGrp="1"/>
          </p:cNvSpPr>
          <p:nvPr/>
        </p:nvSpPr>
        <p:spPr>
          <a:xfrm xmlns:a="http://schemas.openxmlformats.org/drawingml/2006/main">
            <a:off x="857250" y="3495675"/>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943FF3-6717-4E17-BA81-F508832CFF32}"/>
              </a:ext>
            </a:extLst>
          </p:cNvPr>
          <p:cNvSpPr>
            <a:spLocks xmlns:a="http://schemas.openxmlformats.org/drawingml/2006/main" noGrp="1"/>
          </p:cNvSpPr>
          <p:nvPr/>
        </p:nvSpPr>
        <p:spPr>
          <a:xfrm xmlns:a="http://schemas.openxmlformats.org/drawingml/2006/main">
            <a:off x="1181100" y="3419475"/>
            <a:ext cx="958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OSM / Overpass API で取得する地物一覧</a:t>
            </a:r>
          </a:p>
        </p:txBody>
      </p:sp>
      <p:sp>
        <p:nvSpPr>
          <p:cNvPr id="11" name="">
            <a:extLst xmlns:a="http://schemas.openxmlformats.org/drawingml/2006/main">
              <a:ext uri="{FF2B5EF4-FFF2-40B4-BE49-F238E27FC236}">
                <a16:creationId xmlns:a16="http://schemas.microsoft.com/office/drawing/2014/main" id="{01380349-D261-4793-99DF-BB1342181719}"/>
              </a:ext>
            </a:extLst>
          </p:cNvPr>
          <p:cNvSpPr>
            <a:spLocks xmlns:a="http://schemas.openxmlformats.org/drawingml/2006/main" noGrp="1"/>
          </p:cNvSpPr>
          <p:nvPr/>
        </p:nvSpPr>
        <p:spPr>
          <a:xfrm xmlns:a="http://schemas.openxmlformats.org/drawingml/2006/main">
            <a:off x="857250" y="4086225"/>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1D3974-C3B5-43D6-8C80-877DF3A78F1B}"/>
              </a:ext>
            </a:extLst>
          </p:cNvPr>
          <p:cNvSpPr>
            <a:spLocks xmlns:a="http://schemas.openxmlformats.org/drawingml/2006/main" noGrp="1"/>
          </p:cNvSpPr>
          <p:nvPr/>
        </p:nvSpPr>
        <p:spPr>
          <a:xfrm xmlns:a="http://schemas.openxmlformats.org/drawingml/2006/main">
            <a:off x="1181100" y="4010025"/>
            <a:ext cx="958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API仕様・DB構成・権限制御</a:t>
            </a:r>
          </a:p>
        </p:txBody>
      </p:sp>
      <p:sp>
        <p:nvSpPr>
          <p:cNvPr id="13" name="">
            <a:extLst xmlns:a="http://schemas.openxmlformats.org/drawingml/2006/main">
              <a:ext uri="{FF2B5EF4-FFF2-40B4-BE49-F238E27FC236}">
                <a16:creationId xmlns:a16="http://schemas.microsoft.com/office/drawing/2014/main" id="{3861F3CD-1107-4824-B068-D14A301FC665}"/>
              </a:ext>
            </a:extLst>
          </p:cNvPr>
          <p:cNvSpPr>
            <a:spLocks xmlns:a="http://schemas.openxmlformats.org/drawingml/2006/main" noGrp="1"/>
          </p:cNvSpPr>
          <p:nvPr/>
        </p:nvSpPr>
        <p:spPr>
          <a:xfrm xmlns:a="http://schemas.openxmlformats.org/drawingml/2006/main">
            <a:off x="857250" y="4676775"/>
            <a:ext cx="171450" cy="171450"/>
          </a:xfrm>
          <a:prstGeom xmlns:a="http://schemas.openxmlformats.org/drawingml/2006/main" prst="ellipse">
            <a:avLst/>
          </a:prstGeom>
          <a:solidFill xmlns:a="http://schemas.openxmlformats.org/drawingml/2006/main">
            <a:srgbClr val="2F6F9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73666D-EFC3-4AA9-87BA-1B9A0EDFFA3C}"/>
              </a:ext>
            </a:extLst>
          </p:cNvPr>
          <p:cNvSpPr>
            <a:spLocks xmlns:a="http://schemas.openxmlformats.org/drawingml/2006/main" noGrp="1"/>
          </p:cNvSpPr>
          <p:nvPr/>
        </p:nvSpPr>
        <p:spPr>
          <a:xfrm xmlns:a="http://schemas.openxmlformats.org/drawingml/2006/main">
            <a:off x="1181100" y="4600575"/>
            <a:ext cx="958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13201A"/>
                </a:solidFill>
              </a:defRPr>
            </a:pPr>
            <a:r>
              <a:rPr sz="1725" b="0">
                <a:solidFill>
                  <a:srgbClr val="13201A"/>
                </a:solidFill>
              </a:rPr>
              <a:t>既存サービスとの比較表、市場分析の根拠</a:t>
            </a:r>
          </a:p>
        </p:txBody>
      </p:sp>
      <p:sp>
        <p:nvSpPr>
          <p:cNvPr id="15" name="">
            <a:extLst xmlns:a="http://schemas.openxmlformats.org/drawingml/2006/main">
              <a:ext uri="{FF2B5EF4-FFF2-40B4-BE49-F238E27FC236}">
                <a16:creationId xmlns:a16="http://schemas.microsoft.com/office/drawing/2014/main" id="{FF11038F-1632-47F6-ACC7-CE28C606EAE5}"/>
              </a:ext>
            </a:extLst>
          </p:cNvPr>
          <p:cNvSpPr>
            <a:spLocks xmlns:a="http://schemas.openxmlformats.org/drawingml/2006/main" noGrp="1"/>
          </p:cNvSpPr>
          <p:nvPr/>
        </p:nvSpPr>
        <p:spPr>
          <a:xfrm xmlns:a="http://schemas.openxmlformats.org/drawingml/2006/main">
            <a:off x="1108710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A9A91"/>
                </a:solidFill>
              </a:defRPr>
            </a:pPr>
            <a:r>
              <a:rPr sz="975" b="1">
                <a:solidFill>
                  <a:srgbClr val="8A9A91"/>
                </a:solidFill>
              </a:rPr>
              <a:t>12</a:t>
            </a:r>
          </a:p>
        </p:txBody>
      </p:sp>
    </p:spTree>
    <p:extLst>
      <p:ext uri="{BB962C8B-B14F-4D97-AF65-F5344CB8AC3E}">
        <p14:creationId xmlns:p14="http://schemas.microsoft.com/office/powerpoint/2010/main" val="16885580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2026-06-16T06:40:37.9330000Z</dcterms:created>
  <dcterms:modified xsi:type="dcterms:W3CDTF">2026-06-16T06:40:37.9330000Z</dcterms:modified>
</coreProperties>
</file>